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13"/>
  </p:notesMasterIdLst>
  <p:sldIdLst>
    <p:sldId id="256" r:id="rId5"/>
    <p:sldId id="257" r:id="rId6"/>
    <p:sldId id="259" r:id="rId7"/>
    <p:sldId id="258" r:id="rId8"/>
    <p:sldId id="261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D618F-B253-4B95-A655-80C6C7978EE9}" v="36" dt="2025-12-11T09:44:45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81E7FE-734F-4612-944E-703C101F225D}" type="doc">
      <dgm:prSet loTypeId="urn:microsoft.com/office/officeart/2005/8/layout/architecture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DE038C0-A859-489D-B526-0859870C2DD3}">
      <dgm:prSet custT="1"/>
      <dgm:spPr/>
      <dgm:t>
        <a:bodyPr/>
        <a:lstStyle/>
        <a:p>
          <a:r>
            <a:rPr lang="en-US" sz="1200" b="1" dirty="0"/>
            <a:t>Research Domain: </a:t>
          </a:r>
          <a:r>
            <a:rPr lang="en-US" sz="1200" b="0" dirty="0"/>
            <a:t>AI (Reinforcement Learning) + Education (Adaptive Learning Systems)</a:t>
          </a:r>
        </a:p>
      </dgm:t>
    </dgm:pt>
    <dgm:pt modelId="{D5F12E7C-3988-489A-80C0-82066592C063}" type="parTrans" cxnId="{C736181F-A738-449E-A855-FF60E5E369F4}">
      <dgm:prSet/>
      <dgm:spPr/>
      <dgm:t>
        <a:bodyPr/>
        <a:lstStyle/>
        <a:p>
          <a:endParaRPr lang="en-US"/>
        </a:p>
      </dgm:t>
    </dgm:pt>
    <dgm:pt modelId="{D596E3BB-8C09-43EF-BC0C-9B4DDF13AAE4}" type="sibTrans" cxnId="{C736181F-A738-449E-A855-FF60E5E369F4}">
      <dgm:prSet/>
      <dgm:spPr/>
      <dgm:t>
        <a:bodyPr/>
        <a:lstStyle/>
        <a:p>
          <a:endParaRPr lang="en-US"/>
        </a:p>
      </dgm:t>
    </dgm:pt>
    <dgm:pt modelId="{9BF91F0B-2C56-4A94-BDB9-0487CBD8F92B}">
      <dgm:prSet custT="1"/>
      <dgm:spPr/>
      <dgm:t>
        <a:bodyPr/>
        <a:lstStyle/>
        <a:p>
          <a:r>
            <a:rPr lang="en-US" sz="1200"/>
            <a:t>Adaptive Learning Systems</a:t>
          </a:r>
          <a:r>
            <a:rPr lang="en-US" sz="1200" b="0"/>
            <a:t> personalize content, difficulty, and sequencing in real-time based on student performance.</a:t>
          </a:r>
          <a:endParaRPr lang="en-US" sz="1200"/>
        </a:p>
      </dgm:t>
    </dgm:pt>
    <dgm:pt modelId="{F70E7AF4-E99A-4941-9691-24C16E583D91}" type="parTrans" cxnId="{076ECA02-402B-48D3-AFF2-5D71162A4AC8}">
      <dgm:prSet/>
      <dgm:spPr/>
      <dgm:t>
        <a:bodyPr/>
        <a:lstStyle/>
        <a:p>
          <a:endParaRPr lang="en-US"/>
        </a:p>
      </dgm:t>
    </dgm:pt>
    <dgm:pt modelId="{0522D7C5-E9A5-4417-89C1-F0946FE68254}" type="sibTrans" cxnId="{076ECA02-402B-48D3-AFF2-5D71162A4AC8}">
      <dgm:prSet/>
      <dgm:spPr/>
      <dgm:t>
        <a:bodyPr/>
        <a:lstStyle/>
        <a:p>
          <a:endParaRPr lang="en-US"/>
        </a:p>
      </dgm:t>
    </dgm:pt>
    <dgm:pt modelId="{9CBBBFD8-7673-475F-8895-A074E0465861}">
      <dgm:prSet custT="1"/>
      <dgm:spPr/>
      <dgm:t>
        <a:bodyPr/>
        <a:lstStyle/>
        <a:p>
          <a:r>
            <a:rPr lang="en-US" sz="1200" b="1" dirty="0"/>
            <a:t>Goal: </a:t>
          </a:r>
          <a:r>
            <a:rPr lang="en-US" sz="1200" b="0" dirty="0"/>
            <a:t>Enhance learning outcomes through tailored educational experiences.</a:t>
          </a:r>
          <a:endParaRPr lang="en-US" sz="1200" dirty="0"/>
        </a:p>
      </dgm:t>
    </dgm:pt>
    <dgm:pt modelId="{8FC07A38-6201-45CD-AB53-712F86ECA637}" type="parTrans" cxnId="{B10333FC-DC71-4F48-B223-8A97292575D4}">
      <dgm:prSet/>
      <dgm:spPr/>
      <dgm:t>
        <a:bodyPr/>
        <a:lstStyle/>
        <a:p>
          <a:endParaRPr lang="en-US"/>
        </a:p>
      </dgm:t>
    </dgm:pt>
    <dgm:pt modelId="{41218ABB-08D2-4111-ACC1-1EA2039BE72B}" type="sibTrans" cxnId="{B10333FC-DC71-4F48-B223-8A97292575D4}">
      <dgm:prSet/>
      <dgm:spPr/>
      <dgm:t>
        <a:bodyPr/>
        <a:lstStyle/>
        <a:p>
          <a:endParaRPr lang="en-US"/>
        </a:p>
      </dgm:t>
    </dgm:pt>
    <dgm:pt modelId="{FEBEC546-8C0E-4BC8-A7D3-5BADDE6BB95E}">
      <dgm:prSet custT="1"/>
      <dgm:spPr/>
      <dgm:t>
        <a:bodyPr/>
        <a:lstStyle/>
        <a:p>
          <a:r>
            <a:rPr lang="en-US" sz="1200" b="0" dirty="0"/>
            <a:t>Traditional education often uses a </a:t>
          </a:r>
          <a:r>
            <a:rPr lang="en-US" sz="1200" b="1" i="1" dirty="0"/>
            <a:t>“one-size-fits-all” </a:t>
          </a:r>
          <a:r>
            <a:rPr lang="en-US" sz="1200" b="0" dirty="0"/>
            <a:t>approach, which fails to address individual learner differences.</a:t>
          </a:r>
          <a:endParaRPr lang="en-US" sz="1200" dirty="0"/>
        </a:p>
      </dgm:t>
    </dgm:pt>
    <dgm:pt modelId="{88790595-A205-4E4C-A4A6-82825D63A41C}" type="parTrans" cxnId="{76F6A0EF-BA34-407D-BD6E-68C5EF2399C6}">
      <dgm:prSet/>
      <dgm:spPr/>
      <dgm:t>
        <a:bodyPr/>
        <a:lstStyle/>
        <a:p>
          <a:endParaRPr lang="en-US"/>
        </a:p>
      </dgm:t>
    </dgm:pt>
    <dgm:pt modelId="{BD04248A-AEC3-4F8C-B9CE-52493815B42A}" type="sibTrans" cxnId="{76F6A0EF-BA34-407D-BD6E-68C5EF2399C6}">
      <dgm:prSet/>
      <dgm:spPr/>
      <dgm:t>
        <a:bodyPr/>
        <a:lstStyle/>
        <a:p>
          <a:endParaRPr lang="en-US"/>
        </a:p>
      </dgm:t>
    </dgm:pt>
    <dgm:pt modelId="{058A3971-CE26-49EE-9D49-67F4701721D1}" type="pres">
      <dgm:prSet presAssocID="{8A81E7FE-734F-4612-944E-703C101F225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FB73F4-D49D-401A-B0DF-A54924607811}" type="pres">
      <dgm:prSet presAssocID="{6DE038C0-A859-489D-B526-0859870C2DD3}" presName="vertOne" presStyleCnt="0"/>
      <dgm:spPr/>
    </dgm:pt>
    <dgm:pt modelId="{1051EF91-E9F1-4439-AA9B-CF249D0BC9E3}" type="pres">
      <dgm:prSet presAssocID="{6DE038C0-A859-489D-B526-0859870C2DD3}" presName="txOne" presStyleLbl="node0" presStyleIdx="0" presStyleCnt="4">
        <dgm:presLayoutVars>
          <dgm:chPref val="3"/>
        </dgm:presLayoutVars>
      </dgm:prSet>
      <dgm:spPr/>
    </dgm:pt>
    <dgm:pt modelId="{CA8E9263-837E-41F6-86AB-483262A5D51D}" type="pres">
      <dgm:prSet presAssocID="{6DE038C0-A859-489D-B526-0859870C2DD3}" presName="horzOne" presStyleCnt="0"/>
      <dgm:spPr/>
    </dgm:pt>
    <dgm:pt modelId="{1E70D3CF-8A34-4E3F-9D15-A5D65A92AEED}" type="pres">
      <dgm:prSet presAssocID="{D596E3BB-8C09-43EF-BC0C-9B4DDF13AAE4}" presName="sibSpaceOne" presStyleCnt="0"/>
      <dgm:spPr/>
    </dgm:pt>
    <dgm:pt modelId="{0B95A1F3-3B93-4D87-8649-C9A8C9B3CBAD}" type="pres">
      <dgm:prSet presAssocID="{FEBEC546-8C0E-4BC8-A7D3-5BADDE6BB95E}" presName="vertOne" presStyleCnt="0"/>
      <dgm:spPr/>
    </dgm:pt>
    <dgm:pt modelId="{FB30A25C-E755-499D-A472-E68ADBB2EBFC}" type="pres">
      <dgm:prSet presAssocID="{FEBEC546-8C0E-4BC8-A7D3-5BADDE6BB95E}" presName="txOne" presStyleLbl="node0" presStyleIdx="1" presStyleCnt="4">
        <dgm:presLayoutVars>
          <dgm:chPref val="3"/>
        </dgm:presLayoutVars>
      </dgm:prSet>
      <dgm:spPr/>
    </dgm:pt>
    <dgm:pt modelId="{2D43E5AF-68DC-414B-BD08-7579023AFD6B}" type="pres">
      <dgm:prSet presAssocID="{FEBEC546-8C0E-4BC8-A7D3-5BADDE6BB95E}" presName="horzOne" presStyleCnt="0"/>
      <dgm:spPr/>
    </dgm:pt>
    <dgm:pt modelId="{2F902D01-5966-445C-A7E5-C3B1375D656B}" type="pres">
      <dgm:prSet presAssocID="{BD04248A-AEC3-4F8C-B9CE-52493815B42A}" presName="sibSpaceOne" presStyleCnt="0"/>
      <dgm:spPr/>
    </dgm:pt>
    <dgm:pt modelId="{3C83CACE-07A2-429D-897D-8ECC77FD920C}" type="pres">
      <dgm:prSet presAssocID="{9BF91F0B-2C56-4A94-BDB9-0487CBD8F92B}" presName="vertOne" presStyleCnt="0"/>
      <dgm:spPr/>
    </dgm:pt>
    <dgm:pt modelId="{12088EB6-5569-4C79-BFE3-7B38EBFC152E}" type="pres">
      <dgm:prSet presAssocID="{9BF91F0B-2C56-4A94-BDB9-0487CBD8F92B}" presName="txOne" presStyleLbl="node0" presStyleIdx="2" presStyleCnt="4">
        <dgm:presLayoutVars>
          <dgm:chPref val="3"/>
        </dgm:presLayoutVars>
      </dgm:prSet>
      <dgm:spPr/>
    </dgm:pt>
    <dgm:pt modelId="{A9EAA81E-8834-4C39-85C6-807A397FA148}" type="pres">
      <dgm:prSet presAssocID="{9BF91F0B-2C56-4A94-BDB9-0487CBD8F92B}" presName="horzOne" presStyleCnt="0"/>
      <dgm:spPr/>
    </dgm:pt>
    <dgm:pt modelId="{B184B06B-5853-4045-8833-DB2FEB0983C0}" type="pres">
      <dgm:prSet presAssocID="{0522D7C5-E9A5-4417-89C1-F0946FE68254}" presName="sibSpaceOne" presStyleCnt="0"/>
      <dgm:spPr/>
    </dgm:pt>
    <dgm:pt modelId="{7EC0397E-F889-4657-B5FC-D6F4D9C98D95}" type="pres">
      <dgm:prSet presAssocID="{9CBBBFD8-7673-475F-8895-A074E0465861}" presName="vertOne" presStyleCnt="0"/>
      <dgm:spPr/>
    </dgm:pt>
    <dgm:pt modelId="{DA5ACC2A-7290-4A3B-A8E3-6DF48692217E}" type="pres">
      <dgm:prSet presAssocID="{9CBBBFD8-7673-475F-8895-A074E0465861}" presName="txOne" presStyleLbl="node0" presStyleIdx="3" presStyleCnt="4">
        <dgm:presLayoutVars>
          <dgm:chPref val="3"/>
        </dgm:presLayoutVars>
      </dgm:prSet>
      <dgm:spPr/>
    </dgm:pt>
    <dgm:pt modelId="{C902B24F-50B8-4AB0-AC19-03C3A2A6F0D1}" type="pres">
      <dgm:prSet presAssocID="{9CBBBFD8-7673-475F-8895-A074E0465861}" presName="horzOne" presStyleCnt="0"/>
      <dgm:spPr/>
    </dgm:pt>
  </dgm:ptLst>
  <dgm:cxnLst>
    <dgm:cxn modelId="{076ECA02-402B-48D3-AFF2-5D71162A4AC8}" srcId="{8A81E7FE-734F-4612-944E-703C101F225D}" destId="{9BF91F0B-2C56-4A94-BDB9-0487CBD8F92B}" srcOrd="2" destOrd="0" parTransId="{F70E7AF4-E99A-4941-9691-24C16E583D91}" sibTransId="{0522D7C5-E9A5-4417-89C1-F0946FE68254}"/>
    <dgm:cxn modelId="{08932B0E-A1B6-466C-A651-30B67F120EE7}" type="presOf" srcId="{6DE038C0-A859-489D-B526-0859870C2DD3}" destId="{1051EF91-E9F1-4439-AA9B-CF249D0BC9E3}" srcOrd="0" destOrd="0" presId="urn:microsoft.com/office/officeart/2005/8/layout/architecture"/>
    <dgm:cxn modelId="{C736181F-A738-449E-A855-FF60E5E369F4}" srcId="{8A81E7FE-734F-4612-944E-703C101F225D}" destId="{6DE038C0-A859-489D-B526-0859870C2DD3}" srcOrd="0" destOrd="0" parTransId="{D5F12E7C-3988-489A-80C0-82066592C063}" sibTransId="{D596E3BB-8C09-43EF-BC0C-9B4DDF13AAE4}"/>
    <dgm:cxn modelId="{C79C9D43-A11F-45E1-8F5B-8AB48806588B}" type="presOf" srcId="{8A81E7FE-734F-4612-944E-703C101F225D}" destId="{058A3971-CE26-49EE-9D49-67F4701721D1}" srcOrd="0" destOrd="0" presId="urn:microsoft.com/office/officeart/2005/8/layout/architecture"/>
    <dgm:cxn modelId="{23273C4C-5BC9-48AE-BD12-4D4AE42C730B}" type="presOf" srcId="{FEBEC546-8C0E-4BC8-A7D3-5BADDE6BB95E}" destId="{FB30A25C-E755-499D-A472-E68ADBB2EBFC}" srcOrd="0" destOrd="0" presId="urn:microsoft.com/office/officeart/2005/8/layout/architecture"/>
    <dgm:cxn modelId="{08CA1F51-0F34-4402-815C-ED79E6376A5E}" type="presOf" srcId="{9CBBBFD8-7673-475F-8895-A074E0465861}" destId="{DA5ACC2A-7290-4A3B-A8E3-6DF48692217E}" srcOrd="0" destOrd="0" presId="urn:microsoft.com/office/officeart/2005/8/layout/architecture"/>
    <dgm:cxn modelId="{B5F3BFAE-34B5-4406-9C2D-D87FAC3DD848}" type="presOf" srcId="{9BF91F0B-2C56-4A94-BDB9-0487CBD8F92B}" destId="{12088EB6-5569-4C79-BFE3-7B38EBFC152E}" srcOrd="0" destOrd="0" presId="urn:microsoft.com/office/officeart/2005/8/layout/architecture"/>
    <dgm:cxn modelId="{76F6A0EF-BA34-407D-BD6E-68C5EF2399C6}" srcId="{8A81E7FE-734F-4612-944E-703C101F225D}" destId="{FEBEC546-8C0E-4BC8-A7D3-5BADDE6BB95E}" srcOrd="1" destOrd="0" parTransId="{88790595-A205-4E4C-A4A6-82825D63A41C}" sibTransId="{BD04248A-AEC3-4F8C-B9CE-52493815B42A}"/>
    <dgm:cxn modelId="{B10333FC-DC71-4F48-B223-8A97292575D4}" srcId="{8A81E7FE-734F-4612-944E-703C101F225D}" destId="{9CBBBFD8-7673-475F-8895-A074E0465861}" srcOrd="3" destOrd="0" parTransId="{8FC07A38-6201-45CD-AB53-712F86ECA637}" sibTransId="{41218ABB-08D2-4111-ACC1-1EA2039BE72B}"/>
    <dgm:cxn modelId="{07B9AE67-5595-4DC1-A7D0-7FDC2F6DA159}" type="presParOf" srcId="{058A3971-CE26-49EE-9D49-67F4701721D1}" destId="{15FB73F4-D49D-401A-B0DF-A54924607811}" srcOrd="0" destOrd="0" presId="urn:microsoft.com/office/officeart/2005/8/layout/architecture"/>
    <dgm:cxn modelId="{71E3E4F9-F917-4849-8788-06F15DCA7918}" type="presParOf" srcId="{15FB73F4-D49D-401A-B0DF-A54924607811}" destId="{1051EF91-E9F1-4439-AA9B-CF249D0BC9E3}" srcOrd="0" destOrd="0" presId="urn:microsoft.com/office/officeart/2005/8/layout/architecture"/>
    <dgm:cxn modelId="{F34DACC3-FCBC-4D8C-94E0-7E5777431DCA}" type="presParOf" srcId="{15FB73F4-D49D-401A-B0DF-A54924607811}" destId="{CA8E9263-837E-41F6-86AB-483262A5D51D}" srcOrd="1" destOrd="0" presId="urn:microsoft.com/office/officeart/2005/8/layout/architecture"/>
    <dgm:cxn modelId="{400D8C43-AA51-40D0-BD93-2403D57C6125}" type="presParOf" srcId="{058A3971-CE26-49EE-9D49-67F4701721D1}" destId="{1E70D3CF-8A34-4E3F-9D15-A5D65A92AEED}" srcOrd="1" destOrd="0" presId="urn:microsoft.com/office/officeart/2005/8/layout/architecture"/>
    <dgm:cxn modelId="{F9647761-24CD-4FE7-B0FB-11B01528C24F}" type="presParOf" srcId="{058A3971-CE26-49EE-9D49-67F4701721D1}" destId="{0B95A1F3-3B93-4D87-8649-C9A8C9B3CBAD}" srcOrd="2" destOrd="0" presId="urn:microsoft.com/office/officeart/2005/8/layout/architecture"/>
    <dgm:cxn modelId="{5B24A7F5-C8BD-4D7D-B859-B8D741FAE816}" type="presParOf" srcId="{0B95A1F3-3B93-4D87-8649-C9A8C9B3CBAD}" destId="{FB30A25C-E755-499D-A472-E68ADBB2EBFC}" srcOrd="0" destOrd="0" presId="urn:microsoft.com/office/officeart/2005/8/layout/architecture"/>
    <dgm:cxn modelId="{1FF62AF1-70FE-4EBE-8854-B8739F3363D6}" type="presParOf" srcId="{0B95A1F3-3B93-4D87-8649-C9A8C9B3CBAD}" destId="{2D43E5AF-68DC-414B-BD08-7579023AFD6B}" srcOrd="1" destOrd="0" presId="urn:microsoft.com/office/officeart/2005/8/layout/architecture"/>
    <dgm:cxn modelId="{5D2DE376-E86F-4B93-9699-1E0E501900A6}" type="presParOf" srcId="{058A3971-CE26-49EE-9D49-67F4701721D1}" destId="{2F902D01-5966-445C-A7E5-C3B1375D656B}" srcOrd="3" destOrd="0" presId="urn:microsoft.com/office/officeart/2005/8/layout/architecture"/>
    <dgm:cxn modelId="{A2F0BD17-7394-49AC-B56E-C1B3BA6EDF81}" type="presParOf" srcId="{058A3971-CE26-49EE-9D49-67F4701721D1}" destId="{3C83CACE-07A2-429D-897D-8ECC77FD920C}" srcOrd="4" destOrd="0" presId="urn:microsoft.com/office/officeart/2005/8/layout/architecture"/>
    <dgm:cxn modelId="{695F2123-4335-4BEB-B101-535AA59F50AF}" type="presParOf" srcId="{3C83CACE-07A2-429D-897D-8ECC77FD920C}" destId="{12088EB6-5569-4C79-BFE3-7B38EBFC152E}" srcOrd="0" destOrd="0" presId="urn:microsoft.com/office/officeart/2005/8/layout/architecture"/>
    <dgm:cxn modelId="{B81082C5-131A-4A3C-A33A-CAB48F7B32E5}" type="presParOf" srcId="{3C83CACE-07A2-429D-897D-8ECC77FD920C}" destId="{A9EAA81E-8834-4C39-85C6-807A397FA148}" srcOrd="1" destOrd="0" presId="urn:microsoft.com/office/officeart/2005/8/layout/architecture"/>
    <dgm:cxn modelId="{1FAD02F7-F0B4-452A-BAF8-3C222D64C4DF}" type="presParOf" srcId="{058A3971-CE26-49EE-9D49-67F4701721D1}" destId="{B184B06B-5853-4045-8833-DB2FEB0983C0}" srcOrd="5" destOrd="0" presId="urn:microsoft.com/office/officeart/2005/8/layout/architecture"/>
    <dgm:cxn modelId="{63A60855-00CA-4A2F-908E-070FF31934B3}" type="presParOf" srcId="{058A3971-CE26-49EE-9D49-67F4701721D1}" destId="{7EC0397E-F889-4657-B5FC-D6F4D9C98D95}" srcOrd="6" destOrd="0" presId="urn:microsoft.com/office/officeart/2005/8/layout/architecture"/>
    <dgm:cxn modelId="{EC113002-B80A-4934-9CC9-1195DF64F8E8}" type="presParOf" srcId="{7EC0397E-F889-4657-B5FC-D6F4D9C98D95}" destId="{DA5ACC2A-7290-4A3B-A8E3-6DF48692217E}" srcOrd="0" destOrd="0" presId="urn:microsoft.com/office/officeart/2005/8/layout/architecture"/>
    <dgm:cxn modelId="{B8EEDEFA-7F18-4671-8627-61AEAE90A899}" type="presParOf" srcId="{7EC0397E-F889-4657-B5FC-D6F4D9C98D95}" destId="{C902B24F-50B8-4AB0-AC19-03C3A2A6F0D1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5090DA-F940-4481-9BDB-CC157AB84D05}" type="doc">
      <dgm:prSet loTypeId="urn:microsoft.com/office/officeart/2005/8/layout/defaul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347C0A-1568-4941-BCB7-C100EB6ED807}">
      <dgm:prSet custT="1"/>
      <dgm:spPr/>
      <dgm:t>
        <a:bodyPr/>
        <a:lstStyle/>
        <a:p>
          <a:r>
            <a:rPr lang="en-US" sz="1400" b="1"/>
            <a:t>Amin et al. (2023): Used Q-learning for learning path personalization in MOOCs.</a:t>
          </a:r>
          <a:endParaRPr lang="en-US" sz="1400" b="1" dirty="0"/>
        </a:p>
      </dgm:t>
    </dgm:pt>
    <dgm:pt modelId="{7AC4D53A-8A31-4D7A-AC85-66E32691BAC1}" type="parTrans" cxnId="{AB034878-0A27-4A28-A249-BC32A0E74B4F}">
      <dgm:prSet/>
      <dgm:spPr/>
      <dgm:t>
        <a:bodyPr/>
        <a:lstStyle/>
        <a:p>
          <a:endParaRPr lang="en-US"/>
        </a:p>
      </dgm:t>
    </dgm:pt>
    <dgm:pt modelId="{5DA9A1E5-7A6A-4012-A05E-206125D22C0C}" type="sibTrans" cxnId="{AB034878-0A27-4A28-A249-BC32A0E74B4F}">
      <dgm:prSet/>
      <dgm:spPr/>
      <dgm:t>
        <a:bodyPr/>
        <a:lstStyle/>
        <a:p>
          <a:endParaRPr lang="en-US"/>
        </a:p>
      </dgm:t>
    </dgm:pt>
    <dgm:pt modelId="{D347D322-AB21-478C-8042-649882195CA7}">
      <dgm:prSet custT="1"/>
      <dgm:spPr/>
      <dgm:t>
        <a:bodyPr/>
        <a:lstStyle/>
        <a:p>
          <a:r>
            <a:rPr lang="en-US" sz="1400" b="1"/>
            <a:t>Sharif &amp; Uckelmann (2024): Proposed KNIGHT framework with Deep RL and multi-modal analytics.</a:t>
          </a:r>
          <a:endParaRPr lang="en-US" sz="1400" b="1" dirty="0"/>
        </a:p>
      </dgm:t>
    </dgm:pt>
    <dgm:pt modelId="{3B89E7AB-3F35-4521-A455-3CF38049E68C}" type="parTrans" cxnId="{7C3CEA22-D309-4BF0-BF4A-21E5BBFBF0E1}">
      <dgm:prSet/>
      <dgm:spPr/>
      <dgm:t>
        <a:bodyPr/>
        <a:lstStyle/>
        <a:p>
          <a:endParaRPr lang="en-US"/>
        </a:p>
      </dgm:t>
    </dgm:pt>
    <dgm:pt modelId="{D0FE34F1-4B4F-45E8-A962-6F5A6216C3BD}" type="sibTrans" cxnId="{7C3CEA22-D309-4BF0-BF4A-21E5BBFBF0E1}">
      <dgm:prSet/>
      <dgm:spPr/>
      <dgm:t>
        <a:bodyPr/>
        <a:lstStyle/>
        <a:p>
          <a:endParaRPr lang="en-US"/>
        </a:p>
      </dgm:t>
    </dgm:pt>
    <dgm:pt modelId="{AC14D26B-B699-4C3C-84F5-A0A28F2FB604}">
      <dgm:prSet custT="1"/>
      <dgm:spPr/>
      <dgm:t>
        <a:bodyPr/>
        <a:lstStyle/>
        <a:p>
          <a:r>
            <a:rPr lang="en-US" sz="1400" b="1"/>
            <a:t>Fahid et al. (2024): Explored RL in narrative-centered learning environments.</a:t>
          </a:r>
        </a:p>
      </dgm:t>
    </dgm:pt>
    <dgm:pt modelId="{7E8C36BF-67B7-43B4-B801-AEB6AB71C57F}" type="parTrans" cxnId="{D9D1C3FA-2D32-4F36-B3FF-60C2B8B0021A}">
      <dgm:prSet/>
      <dgm:spPr/>
      <dgm:t>
        <a:bodyPr/>
        <a:lstStyle/>
        <a:p>
          <a:endParaRPr lang="en-US"/>
        </a:p>
      </dgm:t>
    </dgm:pt>
    <dgm:pt modelId="{B1263733-2CC9-4F98-A0DD-F62E6E5277D8}" type="sibTrans" cxnId="{D9D1C3FA-2D32-4F36-B3FF-60C2B8B0021A}">
      <dgm:prSet/>
      <dgm:spPr/>
      <dgm:t>
        <a:bodyPr/>
        <a:lstStyle/>
        <a:p>
          <a:endParaRPr lang="en-US"/>
        </a:p>
      </dgm:t>
    </dgm:pt>
    <dgm:pt modelId="{58EAEC20-B746-46D3-9650-A761645FAB31}">
      <dgm:prSet custT="1"/>
      <dgm:spPr/>
      <dgm:t>
        <a:bodyPr/>
        <a:lstStyle/>
        <a:p>
          <a:r>
            <a:rPr lang="en-US" sz="1400" b="1" dirty="0"/>
            <a:t>Common Limitation: Complexity limits interpretability and scalability.</a:t>
          </a:r>
        </a:p>
      </dgm:t>
    </dgm:pt>
    <dgm:pt modelId="{89822AF3-DAAD-4D96-BA7E-4563540C8471}" type="parTrans" cxnId="{4CA102D1-820C-4859-A056-C83647162ECF}">
      <dgm:prSet/>
      <dgm:spPr/>
      <dgm:t>
        <a:bodyPr/>
        <a:lstStyle/>
        <a:p>
          <a:endParaRPr lang="en-US"/>
        </a:p>
      </dgm:t>
    </dgm:pt>
    <dgm:pt modelId="{D15D50AE-A84A-405D-8EC0-80084AF26C5D}" type="sibTrans" cxnId="{4CA102D1-820C-4859-A056-C83647162ECF}">
      <dgm:prSet/>
      <dgm:spPr/>
      <dgm:t>
        <a:bodyPr/>
        <a:lstStyle/>
        <a:p>
          <a:endParaRPr lang="en-US"/>
        </a:p>
      </dgm:t>
    </dgm:pt>
    <dgm:pt modelId="{B88989C8-7E08-476A-97F8-133DA5C978DE}" type="pres">
      <dgm:prSet presAssocID="{865090DA-F940-4481-9BDB-CC157AB84D05}" presName="diagram" presStyleCnt="0">
        <dgm:presLayoutVars>
          <dgm:dir/>
          <dgm:resizeHandles val="exact"/>
        </dgm:presLayoutVars>
      </dgm:prSet>
      <dgm:spPr/>
    </dgm:pt>
    <dgm:pt modelId="{7AD91943-48F0-4A57-855E-244BDD38C715}" type="pres">
      <dgm:prSet presAssocID="{0B347C0A-1568-4941-BCB7-C100EB6ED807}" presName="node" presStyleLbl="node1" presStyleIdx="0" presStyleCnt="4">
        <dgm:presLayoutVars>
          <dgm:bulletEnabled val="1"/>
        </dgm:presLayoutVars>
      </dgm:prSet>
      <dgm:spPr/>
    </dgm:pt>
    <dgm:pt modelId="{328DEADF-7AC8-4FAA-AD87-BAF8872AA97F}" type="pres">
      <dgm:prSet presAssocID="{5DA9A1E5-7A6A-4012-A05E-206125D22C0C}" presName="sibTrans" presStyleCnt="0"/>
      <dgm:spPr/>
    </dgm:pt>
    <dgm:pt modelId="{A6AD09D1-590C-4749-A416-5E997C8EFDED}" type="pres">
      <dgm:prSet presAssocID="{D347D322-AB21-478C-8042-649882195CA7}" presName="node" presStyleLbl="node1" presStyleIdx="1" presStyleCnt="4">
        <dgm:presLayoutVars>
          <dgm:bulletEnabled val="1"/>
        </dgm:presLayoutVars>
      </dgm:prSet>
      <dgm:spPr/>
    </dgm:pt>
    <dgm:pt modelId="{532F1DC9-E6EC-47A9-9969-DEBB46A87667}" type="pres">
      <dgm:prSet presAssocID="{D0FE34F1-4B4F-45E8-A962-6F5A6216C3BD}" presName="sibTrans" presStyleCnt="0"/>
      <dgm:spPr/>
    </dgm:pt>
    <dgm:pt modelId="{CFA91B77-40A9-4305-91C9-DB0723B9615A}" type="pres">
      <dgm:prSet presAssocID="{AC14D26B-B699-4C3C-84F5-A0A28F2FB604}" presName="node" presStyleLbl="node1" presStyleIdx="2" presStyleCnt="4">
        <dgm:presLayoutVars>
          <dgm:bulletEnabled val="1"/>
        </dgm:presLayoutVars>
      </dgm:prSet>
      <dgm:spPr/>
    </dgm:pt>
    <dgm:pt modelId="{5D1648E2-B6B6-4450-8811-6022B0D849C1}" type="pres">
      <dgm:prSet presAssocID="{B1263733-2CC9-4F98-A0DD-F62E6E5277D8}" presName="sibTrans" presStyleCnt="0"/>
      <dgm:spPr/>
    </dgm:pt>
    <dgm:pt modelId="{690FFBF8-8354-44EB-A58F-39DDB787C88D}" type="pres">
      <dgm:prSet presAssocID="{58EAEC20-B746-46D3-9650-A761645FAB31}" presName="node" presStyleLbl="node1" presStyleIdx="3" presStyleCnt="4">
        <dgm:presLayoutVars>
          <dgm:bulletEnabled val="1"/>
        </dgm:presLayoutVars>
      </dgm:prSet>
      <dgm:spPr/>
    </dgm:pt>
  </dgm:ptLst>
  <dgm:cxnLst>
    <dgm:cxn modelId="{38B08F09-8B39-4882-975D-44B8FE63671E}" type="presOf" srcId="{865090DA-F940-4481-9BDB-CC157AB84D05}" destId="{B88989C8-7E08-476A-97F8-133DA5C978DE}" srcOrd="0" destOrd="0" presId="urn:microsoft.com/office/officeart/2005/8/layout/default"/>
    <dgm:cxn modelId="{7C3CEA22-D309-4BF0-BF4A-21E5BBFBF0E1}" srcId="{865090DA-F940-4481-9BDB-CC157AB84D05}" destId="{D347D322-AB21-478C-8042-649882195CA7}" srcOrd="1" destOrd="0" parTransId="{3B89E7AB-3F35-4521-A455-3CF38049E68C}" sibTransId="{D0FE34F1-4B4F-45E8-A962-6F5A6216C3BD}"/>
    <dgm:cxn modelId="{00AC5D76-23A8-41C4-B78F-5AE9FF9A04E0}" type="presOf" srcId="{AC14D26B-B699-4C3C-84F5-A0A28F2FB604}" destId="{CFA91B77-40A9-4305-91C9-DB0723B9615A}" srcOrd="0" destOrd="0" presId="urn:microsoft.com/office/officeart/2005/8/layout/default"/>
    <dgm:cxn modelId="{AB034878-0A27-4A28-A249-BC32A0E74B4F}" srcId="{865090DA-F940-4481-9BDB-CC157AB84D05}" destId="{0B347C0A-1568-4941-BCB7-C100EB6ED807}" srcOrd="0" destOrd="0" parTransId="{7AC4D53A-8A31-4D7A-AC85-66E32691BAC1}" sibTransId="{5DA9A1E5-7A6A-4012-A05E-206125D22C0C}"/>
    <dgm:cxn modelId="{1890188F-D214-418A-BA31-F09C1D17DB23}" type="presOf" srcId="{0B347C0A-1568-4941-BCB7-C100EB6ED807}" destId="{7AD91943-48F0-4A57-855E-244BDD38C715}" srcOrd="0" destOrd="0" presId="urn:microsoft.com/office/officeart/2005/8/layout/default"/>
    <dgm:cxn modelId="{6821F4A6-D4FE-4F09-AEDF-D002B18DDA3A}" type="presOf" srcId="{58EAEC20-B746-46D3-9650-A761645FAB31}" destId="{690FFBF8-8354-44EB-A58F-39DDB787C88D}" srcOrd="0" destOrd="0" presId="urn:microsoft.com/office/officeart/2005/8/layout/default"/>
    <dgm:cxn modelId="{A5211FC5-476F-4B99-9BF5-1B70D28ED999}" type="presOf" srcId="{D347D322-AB21-478C-8042-649882195CA7}" destId="{A6AD09D1-590C-4749-A416-5E997C8EFDED}" srcOrd="0" destOrd="0" presId="urn:microsoft.com/office/officeart/2005/8/layout/default"/>
    <dgm:cxn modelId="{4CA102D1-820C-4859-A056-C83647162ECF}" srcId="{865090DA-F940-4481-9BDB-CC157AB84D05}" destId="{58EAEC20-B746-46D3-9650-A761645FAB31}" srcOrd="3" destOrd="0" parTransId="{89822AF3-DAAD-4D96-BA7E-4563540C8471}" sibTransId="{D15D50AE-A84A-405D-8EC0-80084AF26C5D}"/>
    <dgm:cxn modelId="{D9D1C3FA-2D32-4F36-B3FF-60C2B8B0021A}" srcId="{865090DA-F940-4481-9BDB-CC157AB84D05}" destId="{AC14D26B-B699-4C3C-84F5-A0A28F2FB604}" srcOrd="2" destOrd="0" parTransId="{7E8C36BF-67B7-43B4-B801-AEB6AB71C57F}" sibTransId="{B1263733-2CC9-4F98-A0DD-F62E6E5277D8}"/>
    <dgm:cxn modelId="{C80919D1-F9B7-483E-BAE1-3532C899B7F8}" type="presParOf" srcId="{B88989C8-7E08-476A-97F8-133DA5C978DE}" destId="{7AD91943-48F0-4A57-855E-244BDD38C715}" srcOrd="0" destOrd="0" presId="urn:microsoft.com/office/officeart/2005/8/layout/default"/>
    <dgm:cxn modelId="{F6373CFE-A394-403E-9DCF-109CE546F206}" type="presParOf" srcId="{B88989C8-7E08-476A-97F8-133DA5C978DE}" destId="{328DEADF-7AC8-4FAA-AD87-BAF8872AA97F}" srcOrd="1" destOrd="0" presId="urn:microsoft.com/office/officeart/2005/8/layout/default"/>
    <dgm:cxn modelId="{E11BA9B3-A07C-4114-9599-20102107308E}" type="presParOf" srcId="{B88989C8-7E08-476A-97F8-133DA5C978DE}" destId="{A6AD09D1-590C-4749-A416-5E997C8EFDED}" srcOrd="2" destOrd="0" presId="urn:microsoft.com/office/officeart/2005/8/layout/default"/>
    <dgm:cxn modelId="{322BD8A0-29C6-4DE4-BA6B-B309F9D9512A}" type="presParOf" srcId="{B88989C8-7E08-476A-97F8-133DA5C978DE}" destId="{532F1DC9-E6EC-47A9-9969-DEBB46A87667}" srcOrd="3" destOrd="0" presId="urn:microsoft.com/office/officeart/2005/8/layout/default"/>
    <dgm:cxn modelId="{7D4C3D52-8C0E-4EAC-8D67-D4EAA895F5FA}" type="presParOf" srcId="{B88989C8-7E08-476A-97F8-133DA5C978DE}" destId="{CFA91B77-40A9-4305-91C9-DB0723B9615A}" srcOrd="4" destOrd="0" presId="urn:microsoft.com/office/officeart/2005/8/layout/default"/>
    <dgm:cxn modelId="{04D07910-3F18-4580-87AB-F46F3CE5AC21}" type="presParOf" srcId="{B88989C8-7E08-476A-97F8-133DA5C978DE}" destId="{5D1648E2-B6B6-4450-8811-6022B0D849C1}" srcOrd="5" destOrd="0" presId="urn:microsoft.com/office/officeart/2005/8/layout/default"/>
    <dgm:cxn modelId="{1F58A9E1-92D8-4A8E-8BB7-EC539C328096}" type="presParOf" srcId="{B88989C8-7E08-476A-97F8-133DA5C978DE}" destId="{690FFBF8-8354-44EB-A58F-39DDB787C88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AB5967-CDC6-4A0B-8A83-15299713209F}" type="doc">
      <dgm:prSet loTypeId="urn:microsoft.com/office/officeart/2005/8/layout/vProcess5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68891DED-1A16-4057-AC76-A0D9ED075B2E}">
      <dgm:prSet/>
      <dgm:spPr/>
      <dgm:t>
        <a:bodyPr/>
        <a:lstStyle/>
        <a:p>
          <a:pPr algn="just"/>
          <a:r>
            <a:rPr lang="en-US" b="0">
              <a:solidFill>
                <a:schemeClr val="tx1"/>
              </a:solidFill>
            </a:rPr>
            <a:t>Existing Reinforcement Learning (RL) solutions are often </a:t>
          </a:r>
          <a:r>
            <a:rPr lang="en-US">
              <a:solidFill>
                <a:schemeClr val="tx1"/>
              </a:solidFill>
            </a:rPr>
            <a:t>complex</a:t>
          </a:r>
          <a:r>
            <a:rPr lang="en-US" b="0">
              <a:solidFill>
                <a:schemeClr val="tx1"/>
              </a:solidFill>
            </a:rPr>
            <a:t>, </a:t>
          </a:r>
          <a:r>
            <a:rPr lang="en-US">
              <a:solidFill>
                <a:schemeClr val="tx1"/>
              </a:solidFill>
            </a:rPr>
            <a:t>resource-heavy</a:t>
          </a:r>
          <a:r>
            <a:rPr lang="en-US" b="0">
              <a:solidFill>
                <a:schemeClr val="tx1"/>
              </a:solidFill>
            </a:rPr>
            <a:t>, and </a:t>
          </a:r>
          <a:r>
            <a:rPr lang="en-US">
              <a:solidFill>
                <a:schemeClr val="tx1"/>
              </a:solidFill>
            </a:rPr>
            <a:t>hard to interpret</a:t>
          </a:r>
          <a:r>
            <a:rPr lang="en-US" b="0">
              <a:solidFill>
                <a:schemeClr val="tx1"/>
              </a:solidFill>
            </a:rPr>
            <a:t> (e.g., Deep Q-Networks, multi-modal data).</a:t>
          </a:r>
          <a:endParaRPr lang="en-US" dirty="0">
            <a:solidFill>
              <a:schemeClr val="tx1"/>
            </a:solidFill>
          </a:endParaRPr>
        </a:p>
      </dgm:t>
    </dgm:pt>
    <dgm:pt modelId="{5F33762E-A137-4438-8F0D-F79A439BBB87}" type="parTrans" cxnId="{84673DFA-29D8-4480-A743-5654813E58F9}">
      <dgm:prSet/>
      <dgm:spPr/>
      <dgm:t>
        <a:bodyPr/>
        <a:lstStyle/>
        <a:p>
          <a:endParaRPr lang="en-US"/>
        </a:p>
      </dgm:t>
    </dgm:pt>
    <dgm:pt modelId="{5E2F94E3-1DCA-42CD-A238-C118CFB53019}" type="sibTrans" cxnId="{84673DFA-29D8-4480-A743-5654813E58F9}">
      <dgm:prSet/>
      <dgm:spPr/>
      <dgm:t>
        <a:bodyPr/>
        <a:lstStyle/>
        <a:p>
          <a:endParaRPr lang="en-US"/>
        </a:p>
      </dgm:t>
    </dgm:pt>
    <dgm:pt modelId="{EE20E930-F648-4FF0-86B3-62668B05CD2F}">
      <dgm:prSet/>
      <dgm:spPr/>
      <dgm:t>
        <a:bodyPr/>
        <a:lstStyle/>
        <a:p>
          <a:pPr algn="just"/>
          <a:r>
            <a:rPr lang="en-US" b="0" dirty="0">
              <a:solidFill>
                <a:schemeClr val="tx1"/>
              </a:solidFill>
            </a:rPr>
            <a:t>There is a lack of </a:t>
          </a:r>
          <a:r>
            <a:rPr lang="en-US" dirty="0">
              <a:solidFill>
                <a:schemeClr val="tx1"/>
              </a:solidFill>
            </a:rPr>
            <a:t>lightweight</a:t>
          </a:r>
          <a:r>
            <a:rPr lang="en-US" b="0" dirty="0">
              <a:solidFill>
                <a:schemeClr val="tx1"/>
              </a:solidFill>
            </a:rPr>
            <a:t>, </a:t>
          </a:r>
          <a:r>
            <a:rPr lang="en-US" dirty="0">
              <a:solidFill>
                <a:schemeClr val="tx1"/>
              </a:solidFill>
            </a:rPr>
            <a:t>interpretable RL models</a:t>
          </a:r>
          <a:r>
            <a:rPr lang="en-US" b="0" dirty="0">
              <a:solidFill>
                <a:schemeClr val="tx1"/>
              </a:solidFill>
            </a:rPr>
            <a:t> that can be easily deployed in real educational settings.</a:t>
          </a:r>
          <a:endParaRPr lang="en-US" dirty="0">
            <a:solidFill>
              <a:schemeClr val="tx1"/>
            </a:solidFill>
          </a:endParaRPr>
        </a:p>
      </dgm:t>
    </dgm:pt>
    <dgm:pt modelId="{360FE26A-AD27-458A-B761-88FF38092E38}" type="parTrans" cxnId="{AC7DE096-7164-4F8A-8394-240A87F357BE}">
      <dgm:prSet/>
      <dgm:spPr/>
      <dgm:t>
        <a:bodyPr/>
        <a:lstStyle/>
        <a:p>
          <a:endParaRPr lang="en-US"/>
        </a:p>
      </dgm:t>
    </dgm:pt>
    <dgm:pt modelId="{763F369B-3FB1-46C4-B6C9-C627B6E23E3D}" type="sibTrans" cxnId="{AC7DE096-7164-4F8A-8394-240A87F357BE}">
      <dgm:prSet/>
      <dgm:spPr/>
      <dgm:t>
        <a:bodyPr/>
        <a:lstStyle/>
        <a:p>
          <a:endParaRPr lang="en-US"/>
        </a:p>
      </dgm:t>
    </dgm:pt>
    <dgm:pt modelId="{FD2A34D4-09AE-42B0-9C87-BA2E8F1617A4}">
      <dgm:prSet/>
      <dgm:spPr/>
      <dgm:t>
        <a:bodyPr/>
        <a:lstStyle/>
        <a:p>
          <a:pPr algn="just"/>
          <a:r>
            <a:rPr lang="en-US" b="1" dirty="0">
              <a:solidFill>
                <a:schemeClr val="tx1"/>
              </a:solidFill>
            </a:rPr>
            <a:t>Research Question: </a:t>
          </a:r>
          <a:r>
            <a:rPr lang="en-US" b="0" dirty="0">
              <a:solidFill>
                <a:schemeClr val="tx1"/>
              </a:solidFill>
            </a:rPr>
            <a:t>Can a simple RL model outperform traditional rule-based methods in personalizing question sequences?</a:t>
          </a:r>
          <a:endParaRPr lang="en-US" dirty="0">
            <a:solidFill>
              <a:schemeClr val="tx1"/>
            </a:solidFill>
          </a:endParaRPr>
        </a:p>
      </dgm:t>
    </dgm:pt>
    <dgm:pt modelId="{70697D2C-076A-4379-AE55-DA6CF0FD8D23}" type="parTrans" cxnId="{C0337950-99C6-4DA6-8D01-32C149CE9E99}">
      <dgm:prSet/>
      <dgm:spPr/>
      <dgm:t>
        <a:bodyPr/>
        <a:lstStyle/>
        <a:p>
          <a:endParaRPr lang="en-US"/>
        </a:p>
      </dgm:t>
    </dgm:pt>
    <dgm:pt modelId="{F8605A01-613C-42D2-BA49-E90E578C482B}" type="sibTrans" cxnId="{C0337950-99C6-4DA6-8D01-32C149CE9E99}">
      <dgm:prSet/>
      <dgm:spPr/>
      <dgm:t>
        <a:bodyPr/>
        <a:lstStyle/>
        <a:p>
          <a:endParaRPr lang="en-US"/>
        </a:p>
      </dgm:t>
    </dgm:pt>
    <dgm:pt modelId="{D9FB3A6B-1A65-46CB-862F-4CA224404045}" type="pres">
      <dgm:prSet presAssocID="{A2AB5967-CDC6-4A0B-8A83-15299713209F}" presName="outerComposite" presStyleCnt="0">
        <dgm:presLayoutVars>
          <dgm:chMax val="5"/>
          <dgm:dir/>
          <dgm:resizeHandles val="exact"/>
        </dgm:presLayoutVars>
      </dgm:prSet>
      <dgm:spPr/>
    </dgm:pt>
    <dgm:pt modelId="{7EE1B0ED-AABB-4F10-8627-42CF62FF19F5}" type="pres">
      <dgm:prSet presAssocID="{A2AB5967-CDC6-4A0B-8A83-15299713209F}" presName="dummyMaxCanvas" presStyleCnt="0">
        <dgm:presLayoutVars/>
      </dgm:prSet>
      <dgm:spPr/>
    </dgm:pt>
    <dgm:pt modelId="{ABFFC650-96DC-4F14-89FB-295B899BBB8F}" type="pres">
      <dgm:prSet presAssocID="{A2AB5967-CDC6-4A0B-8A83-15299713209F}" presName="ThreeNodes_1" presStyleLbl="node1" presStyleIdx="0" presStyleCnt="3">
        <dgm:presLayoutVars>
          <dgm:bulletEnabled val="1"/>
        </dgm:presLayoutVars>
      </dgm:prSet>
      <dgm:spPr/>
    </dgm:pt>
    <dgm:pt modelId="{7A436214-D1B2-4AB3-A36B-30C590FCC0C2}" type="pres">
      <dgm:prSet presAssocID="{A2AB5967-CDC6-4A0B-8A83-15299713209F}" presName="ThreeNodes_2" presStyleLbl="node1" presStyleIdx="1" presStyleCnt="3">
        <dgm:presLayoutVars>
          <dgm:bulletEnabled val="1"/>
        </dgm:presLayoutVars>
      </dgm:prSet>
      <dgm:spPr/>
    </dgm:pt>
    <dgm:pt modelId="{7166AC6E-ECDB-47AA-99D1-0B133903F967}" type="pres">
      <dgm:prSet presAssocID="{A2AB5967-CDC6-4A0B-8A83-15299713209F}" presName="ThreeNodes_3" presStyleLbl="node1" presStyleIdx="2" presStyleCnt="3">
        <dgm:presLayoutVars>
          <dgm:bulletEnabled val="1"/>
        </dgm:presLayoutVars>
      </dgm:prSet>
      <dgm:spPr/>
    </dgm:pt>
    <dgm:pt modelId="{ADD8753A-A1B4-4F28-85E1-AB0C5661FF96}" type="pres">
      <dgm:prSet presAssocID="{A2AB5967-CDC6-4A0B-8A83-15299713209F}" presName="ThreeConn_1-2" presStyleLbl="fgAccFollowNode1" presStyleIdx="0" presStyleCnt="2">
        <dgm:presLayoutVars>
          <dgm:bulletEnabled val="1"/>
        </dgm:presLayoutVars>
      </dgm:prSet>
      <dgm:spPr/>
    </dgm:pt>
    <dgm:pt modelId="{2770DAB1-686E-40AD-BE0E-2C715233BC3A}" type="pres">
      <dgm:prSet presAssocID="{A2AB5967-CDC6-4A0B-8A83-15299713209F}" presName="ThreeConn_2-3" presStyleLbl="fgAccFollowNode1" presStyleIdx="1" presStyleCnt="2">
        <dgm:presLayoutVars>
          <dgm:bulletEnabled val="1"/>
        </dgm:presLayoutVars>
      </dgm:prSet>
      <dgm:spPr/>
    </dgm:pt>
    <dgm:pt modelId="{312A5E96-8EAF-4F91-AB79-BDAB0DB548D8}" type="pres">
      <dgm:prSet presAssocID="{A2AB5967-CDC6-4A0B-8A83-15299713209F}" presName="ThreeNodes_1_text" presStyleLbl="node1" presStyleIdx="2" presStyleCnt="3">
        <dgm:presLayoutVars>
          <dgm:bulletEnabled val="1"/>
        </dgm:presLayoutVars>
      </dgm:prSet>
      <dgm:spPr/>
    </dgm:pt>
    <dgm:pt modelId="{C6B1EA7B-F6DB-4BEA-A066-6D83020F3A9B}" type="pres">
      <dgm:prSet presAssocID="{A2AB5967-CDC6-4A0B-8A83-15299713209F}" presName="ThreeNodes_2_text" presStyleLbl="node1" presStyleIdx="2" presStyleCnt="3">
        <dgm:presLayoutVars>
          <dgm:bulletEnabled val="1"/>
        </dgm:presLayoutVars>
      </dgm:prSet>
      <dgm:spPr/>
    </dgm:pt>
    <dgm:pt modelId="{2993283C-A2C6-49EB-816B-A6ED16B3A0E1}" type="pres">
      <dgm:prSet presAssocID="{A2AB5967-CDC6-4A0B-8A83-15299713209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FC0682E-7EAC-4BB2-B89B-EEC8D9B45116}" type="presOf" srcId="{FD2A34D4-09AE-42B0-9C87-BA2E8F1617A4}" destId="{7166AC6E-ECDB-47AA-99D1-0B133903F967}" srcOrd="0" destOrd="0" presId="urn:microsoft.com/office/officeart/2005/8/layout/vProcess5"/>
    <dgm:cxn modelId="{F9435862-9DAA-4713-908E-9CDDBB059F2F}" type="presOf" srcId="{5E2F94E3-1DCA-42CD-A238-C118CFB53019}" destId="{ADD8753A-A1B4-4F28-85E1-AB0C5661FF96}" srcOrd="0" destOrd="0" presId="urn:microsoft.com/office/officeart/2005/8/layout/vProcess5"/>
    <dgm:cxn modelId="{69273563-67DA-460C-BC34-32D2CDAFC08E}" type="presOf" srcId="{EE20E930-F648-4FF0-86B3-62668B05CD2F}" destId="{7A436214-D1B2-4AB3-A36B-30C590FCC0C2}" srcOrd="0" destOrd="0" presId="urn:microsoft.com/office/officeart/2005/8/layout/vProcess5"/>
    <dgm:cxn modelId="{C0337950-99C6-4DA6-8D01-32C149CE9E99}" srcId="{A2AB5967-CDC6-4A0B-8A83-15299713209F}" destId="{FD2A34D4-09AE-42B0-9C87-BA2E8F1617A4}" srcOrd="2" destOrd="0" parTransId="{70697D2C-076A-4379-AE55-DA6CF0FD8D23}" sibTransId="{F8605A01-613C-42D2-BA49-E90E578C482B}"/>
    <dgm:cxn modelId="{1E019755-79C6-4482-9F1D-F37A2681BFF5}" type="presOf" srcId="{EE20E930-F648-4FF0-86B3-62668B05CD2F}" destId="{C6B1EA7B-F6DB-4BEA-A066-6D83020F3A9B}" srcOrd="1" destOrd="0" presId="urn:microsoft.com/office/officeart/2005/8/layout/vProcess5"/>
    <dgm:cxn modelId="{C7C86756-BA28-4030-8110-E90A93956FDA}" type="presOf" srcId="{68891DED-1A16-4057-AC76-A0D9ED075B2E}" destId="{ABFFC650-96DC-4F14-89FB-295B899BBB8F}" srcOrd="0" destOrd="0" presId="urn:microsoft.com/office/officeart/2005/8/layout/vProcess5"/>
    <dgm:cxn modelId="{D35D987C-4FAD-4EC8-AB14-1FFD36AB00C4}" type="presOf" srcId="{A2AB5967-CDC6-4A0B-8A83-15299713209F}" destId="{D9FB3A6B-1A65-46CB-862F-4CA224404045}" srcOrd="0" destOrd="0" presId="urn:microsoft.com/office/officeart/2005/8/layout/vProcess5"/>
    <dgm:cxn modelId="{AC7DE096-7164-4F8A-8394-240A87F357BE}" srcId="{A2AB5967-CDC6-4A0B-8A83-15299713209F}" destId="{EE20E930-F648-4FF0-86B3-62668B05CD2F}" srcOrd="1" destOrd="0" parTransId="{360FE26A-AD27-458A-B761-88FF38092E38}" sibTransId="{763F369B-3FB1-46C4-B6C9-C627B6E23E3D}"/>
    <dgm:cxn modelId="{7A8D5DC0-90A3-4ED3-9594-0AFC1BA6F45A}" type="presOf" srcId="{68891DED-1A16-4057-AC76-A0D9ED075B2E}" destId="{312A5E96-8EAF-4F91-AB79-BDAB0DB548D8}" srcOrd="1" destOrd="0" presId="urn:microsoft.com/office/officeart/2005/8/layout/vProcess5"/>
    <dgm:cxn modelId="{FDC5ABC7-088C-4F54-A8B2-242F75CEE7C4}" type="presOf" srcId="{FD2A34D4-09AE-42B0-9C87-BA2E8F1617A4}" destId="{2993283C-A2C6-49EB-816B-A6ED16B3A0E1}" srcOrd="1" destOrd="0" presId="urn:microsoft.com/office/officeart/2005/8/layout/vProcess5"/>
    <dgm:cxn modelId="{2CED8DCB-EE52-4AB4-B70A-D483B17BF57B}" type="presOf" srcId="{763F369B-3FB1-46C4-B6C9-C627B6E23E3D}" destId="{2770DAB1-686E-40AD-BE0E-2C715233BC3A}" srcOrd="0" destOrd="0" presId="urn:microsoft.com/office/officeart/2005/8/layout/vProcess5"/>
    <dgm:cxn modelId="{84673DFA-29D8-4480-A743-5654813E58F9}" srcId="{A2AB5967-CDC6-4A0B-8A83-15299713209F}" destId="{68891DED-1A16-4057-AC76-A0D9ED075B2E}" srcOrd="0" destOrd="0" parTransId="{5F33762E-A137-4438-8F0D-F79A439BBB87}" sibTransId="{5E2F94E3-1DCA-42CD-A238-C118CFB53019}"/>
    <dgm:cxn modelId="{AB0F6A12-7561-4219-A2A7-C799C270AFD0}" type="presParOf" srcId="{D9FB3A6B-1A65-46CB-862F-4CA224404045}" destId="{7EE1B0ED-AABB-4F10-8627-42CF62FF19F5}" srcOrd="0" destOrd="0" presId="urn:microsoft.com/office/officeart/2005/8/layout/vProcess5"/>
    <dgm:cxn modelId="{0EE9CDA9-BF3C-4016-BC24-4B132E826009}" type="presParOf" srcId="{D9FB3A6B-1A65-46CB-862F-4CA224404045}" destId="{ABFFC650-96DC-4F14-89FB-295B899BBB8F}" srcOrd="1" destOrd="0" presId="urn:microsoft.com/office/officeart/2005/8/layout/vProcess5"/>
    <dgm:cxn modelId="{DFEE7F76-8E4C-4F14-90A5-55AEE7A15A12}" type="presParOf" srcId="{D9FB3A6B-1A65-46CB-862F-4CA224404045}" destId="{7A436214-D1B2-4AB3-A36B-30C590FCC0C2}" srcOrd="2" destOrd="0" presId="urn:microsoft.com/office/officeart/2005/8/layout/vProcess5"/>
    <dgm:cxn modelId="{9E59821C-4A7A-4353-91DD-8C31CDEBDB2C}" type="presParOf" srcId="{D9FB3A6B-1A65-46CB-862F-4CA224404045}" destId="{7166AC6E-ECDB-47AA-99D1-0B133903F967}" srcOrd="3" destOrd="0" presId="urn:microsoft.com/office/officeart/2005/8/layout/vProcess5"/>
    <dgm:cxn modelId="{CDDCBA8B-A555-48C7-A0EA-B868C543332F}" type="presParOf" srcId="{D9FB3A6B-1A65-46CB-862F-4CA224404045}" destId="{ADD8753A-A1B4-4F28-85E1-AB0C5661FF96}" srcOrd="4" destOrd="0" presId="urn:microsoft.com/office/officeart/2005/8/layout/vProcess5"/>
    <dgm:cxn modelId="{132728EE-B648-45C9-9040-58F9FC1B7DAA}" type="presParOf" srcId="{D9FB3A6B-1A65-46CB-862F-4CA224404045}" destId="{2770DAB1-686E-40AD-BE0E-2C715233BC3A}" srcOrd="5" destOrd="0" presId="urn:microsoft.com/office/officeart/2005/8/layout/vProcess5"/>
    <dgm:cxn modelId="{60205DF8-ED5A-4214-85F8-381A20D01541}" type="presParOf" srcId="{D9FB3A6B-1A65-46CB-862F-4CA224404045}" destId="{312A5E96-8EAF-4F91-AB79-BDAB0DB548D8}" srcOrd="6" destOrd="0" presId="urn:microsoft.com/office/officeart/2005/8/layout/vProcess5"/>
    <dgm:cxn modelId="{EFE277A7-F08A-4801-A221-88AD1966104F}" type="presParOf" srcId="{D9FB3A6B-1A65-46CB-862F-4CA224404045}" destId="{C6B1EA7B-F6DB-4BEA-A066-6D83020F3A9B}" srcOrd="7" destOrd="0" presId="urn:microsoft.com/office/officeart/2005/8/layout/vProcess5"/>
    <dgm:cxn modelId="{BFE692E7-0C2E-479E-9103-DDA8DE922CE9}" type="presParOf" srcId="{D9FB3A6B-1A65-46CB-862F-4CA224404045}" destId="{2993283C-A2C6-49EB-816B-A6ED16B3A0E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22CD07-0520-4808-975A-04B3B8D152D3}" type="doc">
      <dgm:prSet loTypeId="urn:microsoft.com/office/officeart/2018/2/layout/IconVerticalSolidList" loCatId="icon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432ECCB-B13A-491C-957C-FD8A6CCFC0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Real student data is scarce and noisy → uses a </a:t>
          </a:r>
          <a:r>
            <a:rPr lang="en-US"/>
            <a:t>simulated student model</a:t>
          </a:r>
          <a:r>
            <a:rPr lang="en-US" b="0"/>
            <a:t>.</a:t>
          </a:r>
          <a:endParaRPr lang="en-US"/>
        </a:p>
      </dgm:t>
    </dgm:pt>
    <dgm:pt modelId="{C978BC9B-797B-4B8D-A4BA-692B0CACAEC0}" type="parTrans" cxnId="{07DBEE6D-B7A5-453D-A834-1A7E2A6B7BEC}">
      <dgm:prSet/>
      <dgm:spPr/>
      <dgm:t>
        <a:bodyPr/>
        <a:lstStyle/>
        <a:p>
          <a:endParaRPr lang="en-US"/>
        </a:p>
      </dgm:t>
    </dgm:pt>
    <dgm:pt modelId="{9D2553A9-DC89-4850-9A95-EDC0FD60DF0A}" type="sibTrans" cxnId="{07DBEE6D-B7A5-453D-A834-1A7E2A6B7BEC}">
      <dgm:prSet/>
      <dgm:spPr/>
      <dgm:t>
        <a:bodyPr/>
        <a:lstStyle/>
        <a:p>
          <a:endParaRPr lang="en-US"/>
        </a:p>
      </dgm:t>
    </dgm:pt>
    <dgm:pt modelId="{B2941244-EEF8-46D5-B119-729B480A2C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State Representation:</a:t>
          </a:r>
          <a:r>
            <a:rPr lang="en-US" b="0" dirty="0"/>
            <a:t> Knowledge level (0–1) + consecutive correct/incorrect count.</a:t>
          </a:r>
          <a:endParaRPr lang="en-US" dirty="0"/>
        </a:p>
      </dgm:t>
    </dgm:pt>
    <dgm:pt modelId="{A54A83BA-C0BC-4BF4-A38E-BFBA594B2AD6}" type="parTrans" cxnId="{C936FFC1-15F2-4E89-8766-63BF85B90C89}">
      <dgm:prSet/>
      <dgm:spPr/>
      <dgm:t>
        <a:bodyPr/>
        <a:lstStyle/>
        <a:p>
          <a:endParaRPr lang="en-US"/>
        </a:p>
      </dgm:t>
    </dgm:pt>
    <dgm:pt modelId="{F337E9FF-E95D-48D6-B63C-FCA209060D88}" type="sibTrans" cxnId="{C936FFC1-15F2-4E89-8766-63BF85B90C89}">
      <dgm:prSet/>
      <dgm:spPr/>
      <dgm:t>
        <a:bodyPr/>
        <a:lstStyle/>
        <a:p>
          <a:endParaRPr lang="en-US"/>
        </a:p>
      </dgm:t>
    </dgm:pt>
    <dgm:pt modelId="{CF66122F-D00D-4DC6-89C5-F368036D57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Interaction Tuple:</a:t>
          </a:r>
          <a:r>
            <a:rPr lang="en-US" b="0"/>
            <a:t> (State, Action, Reward, Next State).</a:t>
          </a:r>
          <a:endParaRPr lang="en-US"/>
        </a:p>
      </dgm:t>
    </dgm:pt>
    <dgm:pt modelId="{22AC014D-02C1-4AEE-8B6E-5A1E5BC855DA}" type="parTrans" cxnId="{6140B10F-DB00-41E6-B732-4EFD228BD6AE}">
      <dgm:prSet/>
      <dgm:spPr/>
      <dgm:t>
        <a:bodyPr/>
        <a:lstStyle/>
        <a:p>
          <a:endParaRPr lang="en-US"/>
        </a:p>
      </dgm:t>
    </dgm:pt>
    <dgm:pt modelId="{B2892607-64B4-4201-AB18-0B7DF24DE4AD}" type="sibTrans" cxnId="{6140B10F-DB00-41E6-B732-4EFD228BD6AE}">
      <dgm:prSet/>
      <dgm:spPr/>
      <dgm:t>
        <a:bodyPr/>
        <a:lstStyle/>
        <a:p>
          <a:endParaRPr lang="en-US"/>
        </a:p>
      </dgm:t>
    </dgm:pt>
    <dgm:pt modelId="{8062A206-803B-4B29-8FDA-73FC4E255D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Training:</a:t>
          </a:r>
          <a:r>
            <a:rPr lang="en-US" b="0"/>
            <a:t> 200,000 interactions from 10,000 episodes.</a:t>
          </a:r>
          <a:endParaRPr lang="en-US"/>
        </a:p>
      </dgm:t>
    </dgm:pt>
    <dgm:pt modelId="{354C0CCC-3950-48FC-8043-F5FBD6888062}" type="parTrans" cxnId="{C920943C-6056-40EB-A348-CB5965261A39}">
      <dgm:prSet/>
      <dgm:spPr/>
      <dgm:t>
        <a:bodyPr/>
        <a:lstStyle/>
        <a:p>
          <a:endParaRPr lang="en-US"/>
        </a:p>
      </dgm:t>
    </dgm:pt>
    <dgm:pt modelId="{4C4DF62E-2675-42FF-9E25-DA6E6A096BFE}" type="sibTrans" cxnId="{C920943C-6056-40EB-A348-CB5965261A39}">
      <dgm:prSet/>
      <dgm:spPr/>
      <dgm:t>
        <a:bodyPr/>
        <a:lstStyle/>
        <a:p>
          <a:endParaRPr lang="en-US"/>
        </a:p>
      </dgm:t>
    </dgm:pt>
    <dgm:pt modelId="{770E6A3E-6C3F-4ADD-9875-1968EEC66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Testing:</a:t>
          </a:r>
          <a:r>
            <a:rPr lang="en-US" b="0" dirty="0"/>
            <a:t> 20,000 interactions from 1,000 independent episodes.</a:t>
          </a:r>
          <a:endParaRPr lang="en-US" dirty="0"/>
        </a:p>
      </dgm:t>
    </dgm:pt>
    <dgm:pt modelId="{C4C94C6E-40D7-43F6-B9CA-FC0E002E8F0F}" type="parTrans" cxnId="{C3B0469F-3B31-4625-BD9B-A801948C9AFD}">
      <dgm:prSet/>
      <dgm:spPr/>
      <dgm:t>
        <a:bodyPr/>
        <a:lstStyle/>
        <a:p>
          <a:endParaRPr lang="en-US"/>
        </a:p>
      </dgm:t>
    </dgm:pt>
    <dgm:pt modelId="{2FE0E1E4-2629-49D4-8E85-53D0CF651220}" type="sibTrans" cxnId="{C3B0469F-3B31-4625-BD9B-A801948C9AFD}">
      <dgm:prSet/>
      <dgm:spPr/>
      <dgm:t>
        <a:bodyPr/>
        <a:lstStyle/>
        <a:p>
          <a:endParaRPr lang="en-US"/>
        </a:p>
      </dgm:t>
    </dgm:pt>
    <dgm:pt modelId="{C5FECE7A-18E3-4F15-9066-75363DCD3755}" type="pres">
      <dgm:prSet presAssocID="{A822CD07-0520-4808-975A-04B3B8D152D3}" presName="root" presStyleCnt="0">
        <dgm:presLayoutVars>
          <dgm:dir/>
          <dgm:resizeHandles val="exact"/>
        </dgm:presLayoutVars>
      </dgm:prSet>
      <dgm:spPr/>
    </dgm:pt>
    <dgm:pt modelId="{0AAB889D-292C-4061-AD37-19FE280B29FC}" type="pres">
      <dgm:prSet presAssocID="{3432ECCB-B13A-491C-957C-FD8A6CCFC040}" presName="compNode" presStyleCnt="0"/>
      <dgm:spPr/>
    </dgm:pt>
    <dgm:pt modelId="{6BA58F48-71E2-4759-888F-7325C1C8CCEA}" type="pres">
      <dgm:prSet presAssocID="{3432ECCB-B13A-491C-957C-FD8A6CCFC040}" presName="bgRect" presStyleLbl="bgShp" presStyleIdx="0" presStyleCnt="5"/>
      <dgm:spPr/>
    </dgm:pt>
    <dgm:pt modelId="{83FB8DD3-4D26-40A2-A4D8-F65F1FA4F442}" type="pres">
      <dgm:prSet presAssocID="{3432ECCB-B13A-491C-957C-FD8A6CCFC04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656BB3C-2863-4FB5-B5B4-C7C6147D4C61}" type="pres">
      <dgm:prSet presAssocID="{3432ECCB-B13A-491C-957C-FD8A6CCFC040}" presName="spaceRect" presStyleCnt="0"/>
      <dgm:spPr/>
    </dgm:pt>
    <dgm:pt modelId="{E06D2869-C51C-49F9-92BC-4C3D3A86336F}" type="pres">
      <dgm:prSet presAssocID="{3432ECCB-B13A-491C-957C-FD8A6CCFC040}" presName="parTx" presStyleLbl="revTx" presStyleIdx="0" presStyleCnt="5">
        <dgm:presLayoutVars>
          <dgm:chMax val="0"/>
          <dgm:chPref val="0"/>
        </dgm:presLayoutVars>
      </dgm:prSet>
      <dgm:spPr/>
    </dgm:pt>
    <dgm:pt modelId="{FC979D78-6E64-46B6-B1B3-E71DF1839C8D}" type="pres">
      <dgm:prSet presAssocID="{9D2553A9-DC89-4850-9A95-EDC0FD60DF0A}" presName="sibTrans" presStyleCnt="0"/>
      <dgm:spPr/>
    </dgm:pt>
    <dgm:pt modelId="{F01FAE7B-D291-4164-B553-FD2BCD5FCF80}" type="pres">
      <dgm:prSet presAssocID="{B2941244-EEF8-46D5-B119-729B480A2C50}" presName="compNode" presStyleCnt="0"/>
      <dgm:spPr/>
    </dgm:pt>
    <dgm:pt modelId="{27E7C397-8610-4EAC-9323-81D63F05B63A}" type="pres">
      <dgm:prSet presAssocID="{B2941244-EEF8-46D5-B119-729B480A2C50}" presName="bgRect" presStyleLbl="bgShp" presStyleIdx="1" presStyleCnt="5"/>
      <dgm:spPr/>
    </dgm:pt>
    <dgm:pt modelId="{15D40A28-FCFB-4C11-98D4-B44188A5BC41}" type="pres">
      <dgm:prSet presAssocID="{B2941244-EEF8-46D5-B119-729B480A2C5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E344610-BA08-495E-B840-FBBEBC22FA59}" type="pres">
      <dgm:prSet presAssocID="{B2941244-EEF8-46D5-B119-729B480A2C50}" presName="spaceRect" presStyleCnt="0"/>
      <dgm:spPr/>
    </dgm:pt>
    <dgm:pt modelId="{CE156157-C5B3-491E-833E-6E526E462A22}" type="pres">
      <dgm:prSet presAssocID="{B2941244-EEF8-46D5-B119-729B480A2C50}" presName="parTx" presStyleLbl="revTx" presStyleIdx="1" presStyleCnt="5">
        <dgm:presLayoutVars>
          <dgm:chMax val="0"/>
          <dgm:chPref val="0"/>
        </dgm:presLayoutVars>
      </dgm:prSet>
      <dgm:spPr/>
    </dgm:pt>
    <dgm:pt modelId="{E57F6865-9E30-41E4-9485-E2B0DDA1D40B}" type="pres">
      <dgm:prSet presAssocID="{F337E9FF-E95D-48D6-B63C-FCA209060D88}" presName="sibTrans" presStyleCnt="0"/>
      <dgm:spPr/>
    </dgm:pt>
    <dgm:pt modelId="{C3A89101-CB10-467D-9B7B-4BF03FFC8E94}" type="pres">
      <dgm:prSet presAssocID="{CF66122F-D00D-4DC6-89C5-F368036D5755}" presName="compNode" presStyleCnt="0"/>
      <dgm:spPr/>
    </dgm:pt>
    <dgm:pt modelId="{80A626B2-242C-4AAD-9737-E64A98C55BEB}" type="pres">
      <dgm:prSet presAssocID="{CF66122F-D00D-4DC6-89C5-F368036D5755}" presName="bgRect" presStyleLbl="bgShp" presStyleIdx="2" presStyleCnt="5"/>
      <dgm:spPr/>
    </dgm:pt>
    <dgm:pt modelId="{AB8861AD-5E84-4676-8ACE-AC15502F5554}" type="pres">
      <dgm:prSet presAssocID="{CF66122F-D00D-4DC6-89C5-F368036D575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194BC6B-FA69-4A5C-AEDB-C090896EF740}" type="pres">
      <dgm:prSet presAssocID="{CF66122F-D00D-4DC6-89C5-F368036D5755}" presName="spaceRect" presStyleCnt="0"/>
      <dgm:spPr/>
    </dgm:pt>
    <dgm:pt modelId="{8A67254A-9384-4CAC-B2A5-871085B61E5B}" type="pres">
      <dgm:prSet presAssocID="{CF66122F-D00D-4DC6-89C5-F368036D5755}" presName="parTx" presStyleLbl="revTx" presStyleIdx="2" presStyleCnt="5">
        <dgm:presLayoutVars>
          <dgm:chMax val="0"/>
          <dgm:chPref val="0"/>
        </dgm:presLayoutVars>
      </dgm:prSet>
      <dgm:spPr/>
    </dgm:pt>
    <dgm:pt modelId="{47E811F8-9D7E-40B1-9111-FCA517079DEC}" type="pres">
      <dgm:prSet presAssocID="{B2892607-64B4-4201-AB18-0B7DF24DE4AD}" presName="sibTrans" presStyleCnt="0"/>
      <dgm:spPr/>
    </dgm:pt>
    <dgm:pt modelId="{732F966F-B48B-45FE-AF29-613C6450634E}" type="pres">
      <dgm:prSet presAssocID="{8062A206-803B-4B29-8FDA-73FC4E255D0C}" presName="compNode" presStyleCnt="0"/>
      <dgm:spPr/>
    </dgm:pt>
    <dgm:pt modelId="{FE64C189-FE17-4FD2-BBD2-148369958DD2}" type="pres">
      <dgm:prSet presAssocID="{8062A206-803B-4B29-8FDA-73FC4E255D0C}" presName="bgRect" presStyleLbl="bgShp" presStyleIdx="3" presStyleCnt="5"/>
      <dgm:spPr/>
    </dgm:pt>
    <dgm:pt modelId="{16F35C55-22E0-4D4B-8FFD-0CCCF16D7A0D}" type="pres">
      <dgm:prSet presAssocID="{8062A206-803B-4B29-8FDA-73FC4E255D0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63CC6D15-ABE3-4DDF-8C30-33ED38F9737B}" type="pres">
      <dgm:prSet presAssocID="{8062A206-803B-4B29-8FDA-73FC4E255D0C}" presName="spaceRect" presStyleCnt="0"/>
      <dgm:spPr/>
    </dgm:pt>
    <dgm:pt modelId="{F643A310-1203-4420-A8A0-C2969DA6928E}" type="pres">
      <dgm:prSet presAssocID="{8062A206-803B-4B29-8FDA-73FC4E255D0C}" presName="parTx" presStyleLbl="revTx" presStyleIdx="3" presStyleCnt="5">
        <dgm:presLayoutVars>
          <dgm:chMax val="0"/>
          <dgm:chPref val="0"/>
        </dgm:presLayoutVars>
      </dgm:prSet>
      <dgm:spPr/>
    </dgm:pt>
    <dgm:pt modelId="{748B6882-9526-4ED5-8199-EAC6A92AD71E}" type="pres">
      <dgm:prSet presAssocID="{4C4DF62E-2675-42FF-9E25-DA6E6A096BFE}" presName="sibTrans" presStyleCnt="0"/>
      <dgm:spPr/>
    </dgm:pt>
    <dgm:pt modelId="{41B39051-23CA-444F-BA36-46FAC6131649}" type="pres">
      <dgm:prSet presAssocID="{770E6A3E-6C3F-4ADD-9875-1968EEC660B2}" presName="compNode" presStyleCnt="0"/>
      <dgm:spPr/>
    </dgm:pt>
    <dgm:pt modelId="{71AEE9B1-70DB-4BFD-B900-BEAA433275BB}" type="pres">
      <dgm:prSet presAssocID="{770E6A3E-6C3F-4ADD-9875-1968EEC660B2}" presName="bgRect" presStyleLbl="bgShp" presStyleIdx="4" presStyleCnt="5"/>
      <dgm:spPr/>
    </dgm:pt>
    <dgm:pt modelId="{6337F015-280D-4372-A878-1B9DBB8D5AD5}" type="pres">
      <dgm:prSet presAssocID="{770E6A3E-6C3F-4ADD-9875-1968EEC660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AF7F7574-1B82-4B7C-A7A7-B85E3BCF62EF}" type="pres">
      <dgm:prSet presAssocID="{770E6A3E-6C3F-4ADD-9875-1968EEC660B2}" presName="spaceRect" presStyleCnt="0"/>
      <dgm:spPr/>
    </dgm:pt>
    <dgm:pt modelId="{4E56075F-6D60-4B93-9F4A-FA5355DFAC7C}" type="pres">
      <dgm:prSet presAssocID="{770E6A3E-6C3F-4ADD-9875-1968EEC660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140B10F-DB00-41E6-B732-4EFD228BD6AE}" srcId="{A822CD07-0520-4808-975A-04B3B8D152D3}" destId="{CF66122F-D00D-4DC6-89C5-F368036D5755}" srcOrd="2" destOrd="0" parTransId="{22AC014D-02C1-4AEE-8B6E-5A1E5BC855DA}" sibTransId="{B2892607-64B4-4201-AB18-0B7DF24DE4AD}"/>
    <dgm:cxn modelId="{F58DF90F-B5EC-4A50-8EB8-49713151FDE6}" type="presOf" srcId="{770E6A3E-6C3F-4ADD-9875-1968EEC660B2}" destId="{4E56075F-6D60-4B93-9F4A-FA5355DFAC7C}" srcOrd="0" destOrd="0" presId="urn:microsoft.com/office/officeart/2018/2/layout/IconVerticalSolidList"/>
    <dgm:cxn modelId="{3DCF0F19-09E5-452B-8CCD-7D6B0E7D4337}" type="presOf" srcId="{3432ECCB-B13A-491C-957C-FD8A6CCFC040}" destId="{E06D2869-C51C-49F9-92BC-4C3D3A86336F}" srcOrd="0" destOrd="0" presId="urn:microsoft.com/office/officeart/2018/2/layout/IconVerticalSolidList"/>
    <dgm:cxn modelId="{E96C3F19-C02E-4B73-99D8-C99F4E062FFB}" type="presOf" srcId="{8062A206-803B-4B29-8FDA-73FC4E255D0C}" destId="{F643A310-1203-4420-A8A0-C2969DA6928E}" srcOrd="0" destOrd="0" presId="urn:microsoft.com/office/officeart/2018/2/layout/IconVerticalSolidList"/>
    <dgm:cxn modelId="{6A4A6236-062E-4F44-BDCE-0AF5F12DE379}" type="presOf" srcId="{CF66122F-D00D-4DC6-89C5-F368036D5755}" destId="{8A67254A-9384-4CAC-B2A5-871085B61E5B}" srcOrd="0" destOrd="0" presId="urn:microsoft.com/office/officeart/2018/2/layout/IconVerticalSolidList"/>
    <dgm:cxn modelId="{C920943C-6056-40EB-A348-CB5965261A39}" srcId="{A822CD07-0520-4808-975A-04B3B8D152D3}" destId="{8062A206-803B-4B29-8FDA-73FC4E255D0C}" srcOrd="3" destOrd="0" parTransId="{354C0CCC-3950-48FC-8043-F5FBD6888062}" sibTransId="{4C4DF62E-2675-42FF-9E25-DA6E6A096BFE}"/>
    <dgm:cxn modelId="{DE654160-AD9A-4BCF-B6E4-D5AD8FF7E98B}" type="presOf" srcId="{A822CD07-0520-4808-975A-04B3B8D152D3}" destId="{C5FECE7A-18E3-4F15-9066-75363DCD3755}" srcOrd="0" destOrd="0" presId="urn:microsoft.com/office/officeart/2018/2/layout/IconVerticalSolidList"/>
    <dgm:cxn modelId="{07DBEE6D-B7A5-453D-A834-1A7E2A6B7BEC}" srcId="{A822CD07-0520-4808-975A-04B3B8D152D3}" destId="{3432ECCB-B13A-491C-957C-FD8A6CCFC040}" srcOrd="0" destOrd="0" parTransId="{C978BC9B-797B-4B8D-A4BA-692B0CACAEC0}" sibTransId="{9D2553A9-DC89-4850-9A95-EDC0FD60DF0A}"/>
    <dgm:cxn modelId="{C3B0469F-3B31-4625-BD9B-A801948C9AFD}" srcId="{A822CD07-0520-4808-975A-04B3B8D152D3}" destId="{770E6A3E-6C3F-4ADD-9875-1968EEC660B2}" srcOrd="4" destOrd="0" parTransId="{C4C94C6E-40D7-43F6-B9CA-FC0E002E8F0F}" sibTransId="{2FE0E1E4-2629-49D4-8E85-53D0CF651220}"/>
    <dgm:cxn modelId="{C936FFC1-15F2-4E89-8766-63BF85B90C89}" srcId="{A822CD07-0520-4808-975A-04B3B8D152D3}" destId="{B2941244-EEF8-46D5-B119-729B480A2C50}" srcOrd="1" destOrd="0" parTransId="{A54A83BA-C0BC-4BF4-A38E-BFBA594B2AD6}" sibTransId="{F337E9FF-E95D-48D6-B63C-FCA209060D88}"/>
    <dgm:cxn modelId="{B4F76BC6-B8C6-46FC-A4B9-BF6739D6D228}" type="presOf" srcId="{B2941244-EEF8-46D5-B119-729B480A2C50}" destId="{CE156157-C5B3-491E-833E-6E526E462A22}" srcOrd="0" destOrd="0" presId="urn:microsoft.com/office/officeart/2018/2/layout/IconVerticalSolidList"/>
    <dgm:cxn modelId="{C0E291FD-8E70-4E48-9C0F-97F80222D765}" type="presParOf" srcId="{C5FECE7A-18E3-4F15-9066-75363DCD3755}" destId="{0AAB889D-292C-4061-AD37-19FE280B29FC}" srcOrd="0" destOrd="0" presId="urn:microsoft.com/office/officeart/2018/2/layout/IconVerticalSolidList"/>
    <dgm:cxn modelId="{0B0ACD9B-6F3D-4504-ABBF-CDC307F75737}" type="presParOf" srcId="{0AAB889D-292C-4061-AD37-19FE280B29FC}" destId="{6BA58F48-71E2-4759-888F-7325C1C8CCEA}" srcOrd="0" destOrd="0" presId="urn:microsoft.com/office/officeart/2018/2/layout/IconVerticalSolidList"/>
    <dgm:cxn modelId="{B54A5930-5494-4432-8BC6-4AD0C9EFE830}" type="presParOf" srcId="{0AAB889D-292C-4061-AD37-19FE280B29FC}" destId="{83FB8DD3-4D26-40A2-A4D8-F65F1FA4F442}" srcOrd="1" destOrd="0" presId="urn:microsoft.com/office/officeart/2018/2/layout/IconVerticalSolidList"/>
    <dgm:cxn modelId="{44F31EB1-E981-4EEB-9BB5-B2246309802F}" type="presParOf" srcId="{0AAB889D-292C-4061-AD37-19FE280B29FC}" destId="{B656BB3C-2863-4FB5-B5B4-C7C6147D4C61}" srcOrd="2" destOrd="0" presId="urn:microsoft.com/office/officeart/2018/2/layout/IconVerticalSolidList"/>
    <dgm:cxn modelId="{DCC8B0A3-680C-491A-96F1-E1AE1D3D8E46}" type="presParOf" srcId="{0AAB889D-292C-4061-AD37-19FE280B29FC}" destId="{E06D2869-C51C-49F9-92BC-4C3D3A86336F}" srcOrd="3" destOrd="0" presId="urn:microsoft.com/office/officeart/2018/2/layout/IconVerticalSolidList"/>
    <dgm:cxn modelId="{0061D7B4-20B5-47AC-8F21-EE9B2E0D04CC}" type="presParOf" srcId="{C5FECE7A-18E3-4F15-9066-75363DCD3755}" destId="{FC979D78-6E64-46B6-B1B3-E71DF1839C8D}" srcOrd="1" destOrd="0" presId="urn:microsoft.com/office/officeart/2018/2/layout/IconVerticalSolidList"/>
    <dgm:cxn modelId="{FF8B21AB-BE59-47FC-876D-C89C0E054A8D}" type="presParOf" srcId="{C5FECE7A-18E3-4F15-9066-75363DCD3755}" destId="{F01FAE7B-D291-4164-B553-FD2BCD5FCF80}" srcOrd="2" destOrd="0" presId="urn:microsoft.com/office/officeart/2018/2/layout/IconVerticalSolidList"/>
    <dgm:cxn modelId="{C4E49626-B53A-4F4F-8698-1E9C92DA782B}" type="presParOf" srcId="{F01FAE7B-D291-4164-B553-FD2BCD5FCF80}" destId="{27E7C397-8610-4EAC-9323-81D63F05B63A}" srcOrd="0" destOrd="0" presId="urn:microsoft.com/office/officeart/2018/2/layout/IconVerticalSolidList"/>
    <dgm:cxn modelId="{FABF39A9-6970-42FF-B101-A89BE496A82A}" type="presParOf" srcId="{F01FAE7B-D291-4164-B553-FD2BCD5FCF80}" destId="{15D40A28-FCFB-4C11-98D4-B44188A5BC41}" srcOrd="1" destOrd="0" presId="urn:microsoft.com/office/officeart/2018/2/layout/IconVerticalSolidList"/>
    <dgm:cxn modelId="{6EC0D8AB-ED75-4C83-AEC2-B2DE38C8437F}" type="presParOf" srcId="{F01FAE7B-D291-4164-B553-FD2BCD5FCF80}" destId="{1E344610-BA08-495E-B840-FBBEBC22FA59}" srcOrd="2" destOrd="0" presId="urn:microsoft.com/office/officeart/2018/2/layout/IconVerticalSolidList"/>
    <dgm:cxn modelId="{DD3CC900-BF0D-4AF0-8B9F-FFEC0ED7CA73}" type="presParOf" srcId="{F01FAE7B-D291-4164-B553-FD2BCD5FCF80}" destId="{CE156157-C5B3-491E-833E-6E526E462A22}" srcOrd="3" destOrd="0" presId="urn:microsoft.com/office/officeart/2018/2/layout/IconVerticalSolidList"/>
    <dgm:cxn modelId="{264C7F55-C024-4699-8DC9-934EB0E21E0B}" type="presParOf" srcId="{C5FECE7A-18E3-4F15-9066-75363DCD3755}" destId="{E57F6865-9E30-41E4-9485-E2B0DDA1D40B}" srcOrd="3" destOrd="0" presId="urn:microsoft.com/office/officeart/2018/2/layout/IconVerticalSolidList"/>
    <dgm:cxn modelId="{9A819CC4-A43F-4DE0-AC2A-19ADC8897B7B}" type="presParOf" srcId="{C5FECE7A-18E3-4F15-9066-75363DCD3755}" destId="{C3A89101-CB10-467D-9B7B-4BF03FFC8E94}" srcOrd="4" destOrd="0" presId="urn:microsoft.com/office/officeart/2018/2/layout/IconVerticalSolidList"/>
    <dgm:cxn modelId="{2D0C5351-70F7-4FAF-B346-4FC424B8B5D2}" type="presParOf" srcId="{C3A89101-CB10-467D-9B7B-4BF03FFC8E94}" destId="{80A626B2-242C-4AAD-9737-E64A98C55BEB}" srcOrd="0" destOrd="0" presId="urn:microsoft.com/office/officeart/2018/2/layout/IconVerticalSolidList"/>
    <dgm:cxn modelId="{200F3176-E005-44AE-B89F-05FB41EFE9D7}" type="presParOf" srcId="{C3A89101-CB10-467D-9B7B-4BF03FFC8E94}" destId="{AB8861AD-5E84-4676-8ACE-AC15502F5554}" srcOrd="1" destOrd="0" presId="urn:microsoft.com/office/officeart/2018/2/layout/IconVerticalSolidList"/>
    <dgm:cxn modelId="{7FC5BA2F-B20E-4C08-8067-AAE38CA7FA29}" type="presParOf" srcId="{C3A89101-CB10-467D-9B7B-4BF03FFC8E94}" destId="{7194BC6B-FA69-4A5C-AEDB-C090896EF740}" srcOrd="2" destOrd="0" presId="urn:microsoft.com/office/officeart/2018/2/layout/IconVerticalSolidList"/>
    <dgm:cxn modelId="{90EAF8D9-72D6-4A1F-A0A7-0F59DD61BA09}" type="presParOf" srcId="{C3A89101-CB10-467D-9B7B-4BF03FFC8E94}" destId="{8A67254A-9384-4CAC-B2A5-871085B61E5B}" srcOrd="3" destOrd="0" presId="urn:microsoft.com/office/officeart/2018/2/layout/IconVerticalSolidList"/>
    <dgm:cxn modelId="{743AE8BA-229D-42A1-8915-F0CFB89234A7}" type="presParOf" srcId="{C5FECE7A-18E3-4F15-9066-75363DCD3755}" destId="{47E811F8-9D7E-40B1-9111-FCA517079DEC}" srcOrd="5" destOrd="0" presId="urn:microsoft.com/office/officeart/2018/2/layout/IconVerticalSolidList"/>
    <dgm:cxn modelId="{05E568F6-1D21-4F00-AED2-1BF21DCA5367}" type="presParOf" srcId="{C5FECE7A-18E3-4F15-9066-75363DCD3755}" destId="{732F966F-B48B-45FE-AF29-613C6450634E}" srcOrd="6" destOrd="0" presId="urn:microsoft.com/office/officeart/2018/2/layout/IconVerticalSolidList"/>
    <dgm:cxn modelId="{40207D6C-1BBD-4423-AA9C-0D82DABBDEF2}" type="presParOf" srcId="{732F966F-B48B-45FE-AF29-613C6450634E}" destId="{FE64C189-FE17-4FD2-BBD2-148369958DD2}" srcOrd="0" destOrd="0" presId="urn:microsoft.com/office/officeart/2018/2/layout/IconVerticalSolidList"/>
    <dgm:cxn modelId="{42130F59-8F66-4FD5-ABFC-7FDF1A7F0909}" type="presParOf" srcId="{732F966F-B48B-45FE-AF29-613C6450634E}" destId="{16F35C55-22E0-4D4B-8FFD-0CCCF16D7A0D}" srcOrd="1" destOrd="0" presId="urn:microsoft.com/office/officeart/2018/2/layout/IconVerticalSolidList"/>
    <dgm:cxn modelId="{E0189297-746C-48BF-9B53-7DA0B129C7DB}" type="presParOf" srcId="{732F966F-B48B-45FE-AF29-613C6450634E}" destId="{63CC6D15-ABE3-4DDF-8C30-33ED38F9737B}" srcOrd="2" destOrd="0" presId="urn:microsoft.com/office/officeart/2018/2/layout/IconVerticalSolidList"/>
    <dgm:cxn modelId="{0319C19B-EB77-441A-B5FE-DEE642E7EDA4}" type="presParOf" srcId="{732F966F-B48B-45FE-AF29-613C6450634E}" destId="{F643A310-1203-4420-A8A0-C2969DA6928E}" srcOrd="3" destOrd="0" presId="urn:microsoft.com/office/officeart/2018/2/layout/IconVerticalSolidList"/>
    <dgm:cxn modelId="{E834B979-5132-4546-98E8-0CA4B7FD19FB}" type="presParOf" srcId="{C5FECE7A-18E3-4F15-9066-75363DCD3755}" destId="{748B6882-9526-4ED5-8199-EAC6A92AD71E}" srcOrd="7" destOrd="0" presId="urn:microsoft.com/office/officeart/2018/2/layout/IconVerticalSolidList"/>
    <dgm:cxn modelId="{466DC036-5EF5-40D5-8596-73680C7D14A7}" type="presParOf" srcId="{C5FECE7A-18E3-4F15-9066-75363DCD3755}" destId="{41B39051-23CA-444F-BA36-46FAC6131649}" srcOrd="8" destOrd="0" presId="urn:microsoft.com/office/officeart/2018/2/layout/IconVerticalSolidList"/>
    <dgm:cxn modelId="{B8F9D44F-C102-4024-83C4-5D7735210909}" type="presParOf" srcId="{41B39051-23CA-444F-BA36-46FAC6131649}" destId="{71AEE9B1-70DB-4BFD-B900-BEAA433275BB}" srcOrd="0" destOrd="0" presId="urn:microsoft.com/office/officeart/2018/2/layout/IconVerticalSolidList"/>
    <dgm:cxn modelId="{FDCE125D-4A7B-4D63-851C-365EABC0F227}" type="presParOf" srcId="{41B39051-23CA-444F-BA36-46FAC6131649}" destId="{6337F015-280D-4372-A878-1B9DBB8D5AD5}" srcOrd="1" destOrd="0" presId="urn:microsoft.com/office/officeart/2018/2/layout/IconVerticalSolidList"/>
    <dgm:cxn modelId="{61FFB5F4-04D4-47FB-8D98-EFE79FA21EF2}" type="presParOf" srcId="{41B39051-23CA-444F-BA36-46FAC6131649}" destId="{AF7F7574-1B82-4B7C-A7A7-B85E3BCF62EF}" srcOrd="2" destOrd="0" presId="urn:microsoft.com/office/officeart/2018/2/layout/IconVerticalSolidList"/>
    <dgm:cxn modelId="{DD3C7056-41DE-43BB-8CDA-7DDD54C28944}" type="presParOf" srcId="{41B39051-23CA-444F-BA36-46FAC6131649}" destId="{4E56075F-6D60-4B93-9F4A-FA5355DFAC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1EF91-E9F1-4439-AA9B-CF249D0BC9E3}">
      <dsp:nvSpPr>
        <dsp:cNvPr id="0" name=""/>
        <dsp:cNvSpPr/>
      </dsp:nvSpPr>
      <dsp:spPr>
        <a:xfrm>
          <a:off x="2237" y="0"/>
          <a:ext cx="2182640" cy="33575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Research Domain: </a:t>
          </a:r>
          <a:r>
            <a:rPr lang="en-US" sz="1200" b="0" kern="1200" dirty="0"/>
            <a:t>AI (Reinforcement Learning) + Education (Adaptive Learning Systems)</a:t>
          </a:r>
        </a:p>
      </dsp:txBody>
      <dsp:txXfrm>
        <a:off x="66164" y="63927"/>
        <a:ext cx="2054786" cy="3229734"/>
      </dsp:txXfrm>
    </dsp:sp>
    <dsp:sp modelId="{FB30A25C-E755-499D-A472-E68ADBB2EBFC}">
      <dsp:nvSpPr>
        <dsp:cNvPr id="0" name=""/>
        <dsp:cNvSpPr/>
      </dsp:nvSpPr>
      <dsp:spPr>
        <a:xfrm>
          <a:off x="2551561" y="0"/>
          <a:ext cx="2182640" cy="33575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Traditional education often uses a </a:t>
          </a:r>
          <a:r>
            <a:rPr lang="en-US" sz="1200" b="1" i="1" kern="1200" dirty="0"/>
            <a:t>“one-size-fits-all” </a:t>
          </a:r>
          <a:r>
            <a:rPr lang="en-US" sz="1200" b="0" kern="1200" dirty="0"/>
            <a:t>approach, which fails to address individual learner differences.</a:t>
          </a:r>
          <a:endParaRPr lang="en-US" sz="1200" kern="1200" dirty="0"/>
        </a:p>
      </dsp:txBody>
      <dsp:txXfrm>
        <a:off x="2615488" y="63927"/>
        <a:ext cx="2054786" cy="3229734"/>
      </dsp:txXfrm>
    </dsp:sp>
    <dsp:sp modelId="{12088EB6-5569-4C79-BFE3-7B38EBFC152E}">
      <dsp:nvSpPr>
        <dsp:cNvPr id="0" name=""/>
        <dsp:cNvSpPr/>
      </dsp:nvSpPr>
      <dsp:spPr>
        <a:xfrm>
          <a:off x="5100885" y="0"/>
          <a:ext cx="2182640" cy="33575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Adaptive Learning Systems</a:t>
          </a:r>
          <a:r>
            <a:rPr lang="en-US" sz="1200" b="0" kern="1200"/>
            <a:t> personalize content, difficulty, and sequencing in real-time based on student performance.</a:t>
          </a:r>
          <a:endParaRPr lang="en-US" sz="1200" kern="1200"/>
        </a:p>
      </dsp:txBody>
      <dsp:txXfrm>
        <a:off x="5164812" y="63927"/>
        <a:ext cx="2054786" cy="3229734"/>
      </dsp:txXfrm>
    </dsp:sp>
    <dsp:sp modelId="{DA5ACC2A-7290-4A3B-A8E3-6DF48692217E}">
      <dsp:nvSpPr>
        <dsp:cNvPr id="0" name=""/>
        <dsp:cNvSpPr/>
      </dsp:nvSpPr>
      <dsp:spPr>
        <a:xfrm>
          <a:off x="7650208" y="0"/>
          <a:ext cx="2182640" cy="33575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Goal: </a:t>
          </a:r>
          <a:r>
            <a:rPr lang="en-US" sz="1200" b="0" kern="1200" dirty="0"/>
            <a:t>Enhance learning outcomes through tailored educational experiences.</a:t>
          </a:r>
          <a:endParaRPr lang="en-US" sz="1200" kern="1200" dirty="0"/>
        </a:p>
      </dsp:txBody>
      <dsp:txXfrm>
        <a:off x="7714135" y="63927"/>
        <a:ext cx="2054786" cy="3229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91943-48F0-4A57-855E-244BDD38C715}">
      <dsp:nvSpPr>
        <dsp:cNvPr id="0" name=""/>
        <dsp:cNvSpPr/>
      </dsp:nvSpPr>
      <dsp:spPr>
        <a:xfrm>
          <a:off x="828" y="87927"/>
          <a:ext cx="3232832" cy="19396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Amin et al. (2023): Used Q-learning for learning path personalization in MOOCs.</a:t>
          </a:r>
          <a:endParaRPr lang="en-US" sz="1400" b="1" kern="1200" dirty="0"/>
        </a:p>
      </dsp:txBody>
      <dsp:txXfrm>
        <a:off x="828" y="87927"/>
        <a:ext cx="3232832" cy="1939699"/>
      </dsp:txXfrm>
    </dsp:sp>
    <dsp:sp modelId="{A6AD09D1-590C-4749-A416-5E997C8EFDED}">
      <dsp:nvSpPr>
        <dsp:cNvPr id="0" name=""/>
        <dsp:cNvSpPr/>
      </dsp:nvSpPr>
      <dsp:spPr>
        <a:xfrm>
          <a:off x="3556944" y="87927"/>
          <a:ext cx="3232832" cy="1939699"/>
        </a:xfrm>
        <a:prstGeom prst="rect">
          <a:avLst/>
        </a:prstGeom>
        <a:solidFill>
          <a:schemeClr val="accent5">
            <a:hueOff val="-6240126"/>
            <a:satOff val="8505"/>
            <a:lumOff val="-1961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Sharif &amp; Uckelmann (2024): Proposed KNIGHT framework with Deep RL and multi-modal analytics.</a:t>
          </a:r>
          <a:endParaRPr lang="en-US" sz="1400" b="1" kern="1200" dirty="0"/>
        </a:p>
      </dsp:txBody>
      <dsp:txXfrm>
        <a:off x="3556944" y="87927"/>
        <a:ext cx="3232832" cy="1939699"/>
      </dsp:txXfrm>
    </dsp:sp>
    <dsp:sp modelId="{CFA91B77-40A9-4305-91C9-DB0723B9615A}">
      <dsp:nvSpPr>
        <dsp:cNvPr id="0" name=""/>
        <dsp:cNvSpPr/>
      </dsp:nvSpPr>
      <dsp:spPr>
        <a:xfrm>
          <a:off x="828" y="2350910"/>
          <a:ext cx="3232832" cy="1939699"/>
        </a:xfrm>
        <a:prstGeom prst="rect">
          <a:avLst/>
        </a:prstGeom>
        <a:solidFill>
          <a:schemeClr val="accent5">
            <a:hueOff val="-12480253"/>
            <a:satOff val="17011"/>
            <a:lumOff val="-3921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Fahid et al. (2024): Explored RL in narrative-centered learning environments.</a:t>
          </a:r>
        </a:p>
      </dsp:txBody>
      <dsp:txXfrm>
        <a:off x="828" y="2350910"/>
        <a:ext cx="3232832" cy="1939699"/>
      </dsp:txXfrm>
    </dsp:sp>
    <dsp:sp modelId="{690FFBF8-8354-44EB-A58F-39DDB787C88D}">
      <dsp:nvSpPr>
        <dsp:cNvPr id="0" name=""/>
        <dsp:cNvSpPr/>
      </dsp:nvSpPr>
      <dsp:spPr>
        <a:xfrm>
          <a:off x="3556944" y="2350910"/>
          <a:ext cx="3232832" cy="1939699"/>
        </a:xfrm>
        <a:prstGeom prst="rect">
          <a:avLst/>
        </a:prstGeom>
        <a:solidFill>
          <a:schemeClr val="accent5">
            <a:hueOff val="-18720379"/>
            <a:satOff val="25516"/>
            <a:lumOff val="-5882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Common Limitation: Complexity limits interpretability and scalability.</a:t>
          </a:r>
        </a:p>
      </dsp:txBody>
      <dsp:txXfrm>
        <a:off x="3556944" y="2350910"/>
        <a:ext cx="3232832" cy="19396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FC650-96DC-4F14-89FB-295B899BBB8F}">
      <dsp:nvSpPr>
        <dsp:cNvPr id="0" name=""/>
        <dsp:cNvSpPr/>
      </dsp:nvSpPr>
      <dsp:spPr>
        <a:xfrm>
          <a:off x="0" y="0"/>
          <a:ext cx="8359823" cy="100727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>
              <a:solidFill>
                <a:schemeClr val="tx1"/>
              </a:solidFill>
            </a:rPr>
            <a:t>Existing Reinforcement Learning (RL) solutions are often </a:t>
          </a:r>
          <a:r>
            <a:rPr lang="en-US" sz="1500" kern="1200">
              <a:solidFill>
                <a:schemeClr val="tx1"/>
              </a:solidFill>
            </a:rPr>
            <a:t>complex</a:t>
          </a:r>
          <a:r>
            <a:rPr lang="en-US" sz="1500" b="0" kern="1200">
              <a:solidFill>
                <a:schemeClr val="tx1"/>
              </a:solidFill>
            </a:rPr>
            <a:t>, </a:t>
          </a:r>
          <a:r>
            <a:rPr lang="en-US" sz="1500" kern="1200">
              <a:solidFill>
                <a:schemeClr val="tx1"/>
              </a:solidFill>
            </a:rPr>
            <a:t>resource-heavy</a:t>
          </a:r>
          <a:r>
            <a:rPr lang="en-US" sz="1500" b="0" kern="1200">
              <a:solidFill>
                <a:schemeClr val="tx1"/>
              </a:solidFill>
            </a:rPr>
            <a:t>, and </a:t>
          </a:r>
          <a:r>
            <a:rPr lang="en-US" sz="1500" kern="1200">
              <a:solidFill>
                <a:schemeClr val="tx1"/>
              </a:solidFill>
            </a:rPr>
            <a:t>hard to interpret</a:t>
          </a:r>
          <a:r>
            <a:rPr lang="en-US" sz="1500" b="0" kern="1200">
              <a:solidFill>
                <a:schemeClr val="tx1"/>
              </a:solidFill>
            </a:rPr>
            <a:t> (e.g., Deep Q-Networks, multi-modal data).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29502" y="29502"/>
        <a:ext cx="7272894" cy="948272"/>
      </dsp:txXfrm>
    </dsp:sp>
    <dsp:sp modelId="{7A436214-D1B2-4AB3-A36B-30C590FCC0C2}">
      <dsp:nvSpPr>
        <dsp:cNvPr id="0" name=""/>
        <dsp:cNvSpPr/>
      </dsp:nvSpPr>
      <dsp:spPr>
        <a:xfrm>
          <a:off x="737631" y="1175155"/>
          <a:ext cx="8359823" cy="1007276"/>
        </a:xfrm>
        <a:prstGeom prst="roundRect">
          <a:avLst>
            <a:gd name="adj" fmla="val 10000"/>
          </a:avLst>
        </a:prstGeom>
        <a:solidFill>
          <a:schemeClr val="accent4">
            <a:hueOff val="8878083"/>
            <a:satOff val="-15398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chemeClr val="tx1"/>
              </a:solidFill>
            </a:rPr>
            <a:t>There is a lack of </a:t>
          </a:r>
          <a:r>
            <a:rPr lang="en-US" sz="1500" kern="1200" dirty="0">
              <a:solidFill>
                <a:schemeClr val="tx1"/>
              </a:solidFill>
            </a:rPr>
            <a:t>lightweight</a:t>
          </a:r>
          <a:r>
            <a:rPr lang="en-US" sz="1500" b="0" kern="1200" dirty="0">
              <a:solidFill>
                <a:schemeClr val="tx1"/>
              </a:solidFill>
            </a:rPr>
            <a:t>, </a:t>
          </a:r>
          <a:r>
            <a:rPr lang="en-US" sz="1500" kern="1200" dirty="0">
              <a:solidFill>
                <a:schemeClr val="tx1"/>
              </a:solidFill>
            </a:rPr>
            <a:t>interpretable RL models</a:t>
          </a:r>
          <a:r>
            <a:rPr lang="en-US" sz="1500" b="0" kern="1200" dirty="0">
              <a:solidFill>
                <a:schemeClr val="tx1"/>
              </a:solidFill>
            </a:rPr>
            <a:t> that can be easily deployed in real educational settings.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767133" y="1204657"/>
        <a:ext cx="6908458" cy="948272"/>
      </dsp:txXfrm>
    </dsp:sp>
    <dsp:sp modelId="{7166AC6E-ECDB-47AA-99D1-0B133903F967}">
      <dsp:nvSpPr>
        <dsp:cNvPr id="0" name=""/>
        <dsp:cNvSpPr/>
      </dsp:nvSpPr>
      <dsp:spPr>
        <a:xfrm>
          <a:off x="1475263" y="2350311"/>
          <a:ext cx="8359823" cy="1007276"/>
        </a:xfrm>
        <a:prstGeom prst="roundRect">
          <a:avLst>
            <a:gd name="adj" fmla="val 10000"/>
          </a:avLst>
        </a:prstGeom>
        <a:solidFill>
          <a:schemeClr val="accent4">
            <a:hueOff val="17756166"/>
            <a:satOff val="-30796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just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tx1"/>
              </a:solidFill>
            </a:rPr>
            <a:t>Research Question: </a:t>
          </a:r>
          <a:r>
            <a:rPr lang="en-US" sz="1500" b="0" kern="1200" dirty="0">
              <a:solidFill>
                <a:schemeClr val="tx1"/>
              </a:solidFill>
            </a:rPr>
            <a:t>Can a simple RL model outperform traditional rule-based methods in personalizing question sequences?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1504765" y="2379813"/>
        <a:ext cx="6908458" cy="948272"/>
      </dsp:txXfrm>
    </dsp:sp>
    <dsp:sp modelId="{ADD8753A-A1B4-4F28-85E1-AB0C5661FF96}">
      <dsp:nvSpPr>
        <dsp:cNvPr id="0" name=""/>
        <dsp:cNvSpPr/>
      </dsp:nvSpPr>
      <dsp:spPr>
        <a:xfrm>
          <a:off x="7705094" y="763851"/>
          <a:ext cx="654729" cy="654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852408" y="763851"/>
        <a:ext cx="360101" cy="492684"/>
      </dsp:txXfrm>
    </dsp:sp>
    <dsp:sp modelId="{2770DAB1-686E-40AD-BE0E-2C715233BC3A}">
      <dsp:nvSpPr>
        <dsp:cNvPr id="0" name=""/>
        <dsp:cNvSpPr/>
      </dsp:nvSpPr>
      <dsp:spPr>
        <a:xfrm>
          <a:off x="8442725" y="1932291"/>
          <a:ext cx="654729" cy="65472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17874576"/>
            <a:satOff val="-26583"/>
            <a:lumOff val="10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7874576"/>
              <a:satOff val="-26583"/>
              <a:lumOff val="1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590039" y="1932291"/>
        <a:ext cx="360101" cy="4926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A58F48-71E2-4759-888F-7325C1C8CCEA}">
      <dsp:nvSpPr>
        <dsp:cNvPr id="0" name=""/>
        <dsp:cNvSpPr/>
      </dsp:nvSpPr>
      <dsp:spPr>
        <a:xfrm>
          <a:off x="0" y="6594"/>
          <a:ext cx="6172412" cy="8378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3FB8DD3-4D26-40A2-A4D8-F65F1FA4F442}">
      <dsp:nvSpPr>
        <dsp:cNvPr id="0" name=""/>
        <dsp:cNvSpPr/>
      </dsp:nvSpPr>
      <dsp:spPr>
        <a:xfrm>
          <a:off x="253455" y="195114"/>
          <a:ext cx="461277" cy="4608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06D2869-C51C-49F9-92BC-4C3D3A86336F}">
      <dsp:nvSpPr>
        <dsp:cNvPr id="0" name=""/>
        <dsp:cNvSpPr/>
      </dsp:nvSpPr>
      <dsp:spPr>
        <a:xfrm>
          <a:off x="968187" y="6594"/>
          <a:ext cx="5189313" cy="86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5" tIns="91445" rIns="91445" bIns="914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Real student data is scarce and noisy → uses a </a:t>
          </a:r>
          <a:r>
            <a:rPr lang="en-US" sz="1400" kern="1200"/>
            <a:t>simulated student model</a:t>
          </a:r>
          <a:r>
            <a:rPr lang="en-US" sz="1400" b="0" kern="1200"/>
            <a:t>.</a:t>
          </a:r>
          <a:endParaRPr lang="en-US" sz="1400" kern="1200"/>
        </a:p>
      </dsp:txBody>
      <dsp:txXfrm>
        <a:off x="968187" y="6594"/>
        <a:ext cx="5189313" cy="864051"/>
      </dsp:txXfrm>
    </dsp:sp>
    <dsp:sp modelId="{27E7C397-8610-4EAC-9323-81D63F05B63A}">
      <dsp:nvSpPr>
        <dsp:cNvPr id="0" name=""/>
        <dsp:cNvSpPr/>
      </dsp:nvSpPr>
      <dsp:spPr>
        <a:xfrm>
          <a:off x="0" y="1086658"/>
          <a:ext cx="6172412" cy="8378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5D40A28-FCFB-4C11-98D4-B44188A5BC41}">
      <dsp:nvSpPr>
        <dsp:cNvPr id="0" name=""/>
        <dsp:cNvSpPr/>
      </dsp:nvSpPr>
      <dsp:spPr>
        <a:xfrm>
          <a:off x="253455" y="1275178"/>
          <a:ext cx="461277" cy="460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E156157-C5B3-491E-833E-6E526E462A22}">
      <dsp:nvSpPr>
        <dsp:cNvPr id="0" name=""/>
        <dsp:cNvSpPr/>
      </dsp:nvSpPr>
      <dsp:spPr>
        <a:xfrm>
          <a:off x="968187" y="1086658"/>
          <a:ext cx="5189313" cy="86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5" tIns="91445" rIns="91445" bIns="914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State Representation:</a:t>
          </a:r>
          <a:r>
            <a:rPr lang="en-US" sz="1400" b="0" kern="1200" dirty="0"/>
            <a:t> Knowledge level (0–1) + consecutive correct/incorrect count.</a:t>
          </a:r>
          <a:endParaRPr lang="en-US" sz="1400" kern="1200" dirty="0"/>
        </a:p>
      </dsp:txBody>
      <dsp:txXfrm>
        <a:off x="968187" y="1086658"/>
        <a:ext cx="5189313" cy="864051"/>
      </dsp:txXfrm>
    </dsp:sp>
    <dsp:sp modelId="{80A626B2-242C-4AAD-9737-E64A98C55BEB}">
      <dsp:nvSpPr>
        <dsp:cNvPr id="0" name=""/>
        <dsp:cNvSpPr/>
      </dsp:nvSpPr>
      <dsp:spPr>
        <a:xfrm>
          <a:off x="0" y="2166722"/>
          <a:ext cx="6172412" cy="8378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B8861AD-5E84-4676-8ACE-AC15502F5554}">
      <dsp:nvSpPr>
        <dsp:cNvPr id="0" name=""/>
        <dsp:cNvSpPr/>
      </dsp:nvSpPr>
      <dsp:spPr>
        <a:xfrm>
          <a:off x="253455" y="2355243"/>
          <a:ext cx="461277" cy="4608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A67254A-9384-4CAC-B2A5-871085B61E5B}">
      <dsp:nvSpPr>
        <dsp:cNvPr id="0" name=""/>
        <dsp:cNvSpPr/>
      </dsp:nvSpPr>
      <dsp:spPr>
        <a:xfrm>
          <a:off x="968187" y="2166722"/>
          <a:ext cx="5189313" cy="86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5" tIns="91445" rIns="91445" bIns="914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Interaction Tuple:</a:t>
          </a:r>
          <a:r>
            <a:rPr lang="en-US" sz="1400" b="0" kern="1200"/>
            <a:t> (State, Action, Reward, Next State).</a:t>
          </a:r>
          <a:endParaRPr lang="en-US" sz="1400" kern="1200"/>
        </a:p>
      </dsp:txBody>
      <dsp:txXfrm>
        <a:off x="968187" y="2166722"/>
        <a:ext cx="5189313" cy="864051"/>
      </dsp:txXfrm>
    </dsp:sp>
    <dsp:sp modelId="{FE64C189-FE17-4FD2-BBD2-148369958DD2}">
      <dsp:nvSpPr>
        <dsp:cNvPr id="0" name=""/>
        <dsp:cNvSpPr/>
      </dsp:nvSpPr>
      <dsp:spPr>
        <a:xfrm>
          <a:off x="0" y="3246787"/>
          <a:ext cx="6172412" cy="8378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16F35C55-22E0-4D4B-8FFD-0CCCF16D7A0D}">
      <dsp:nvSpPr>
        <dsp:cNvPr id="0" name=""/>
        <dsp:cNvSpPr/>
      </dsp:nvSpPr>
      <dsp:spPr>
        <a:xfrm>
          <a:off x="253455" y="3435307"/>
          <a:ext cx="461277" cy="4608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643A310-1203-4420-A8A0-C2969DA6928E}">
      <dsp:nvSpPr>
        <dsp:cNvPr id="0" name=""/>
        <dsp:cNvSpPr/>
      </dsp:nvSpPr>
      <dsp:spPr>
        <a:xfrm>
          <a:off x="968187" y="3246787"/>
          <a:ext cx="5189313" cy="86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5" tIns="91445" rIns="91445" bIns="914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Training:</a:t>
          </a:r>
          <a:r>
            <a:rPr lang="en-US" sz="1400" b="0" kern="1200"/>
            <a:t> 200,000 interactions from 10,000 episodes.</a:t>
          </a:r>
          <a:endParaRPr lang="en-US" sz="1400" kern="1200"/>
        </a:p>
      </dsp:txBody>
      <dsp:txXfrm>
        <a:off x="968187" y="3246787"/>
        <a:ext cx="5189313" cy="864051"/>
      </dsp:txXfrm>
    </dsp:sp>
    <dsp:sp modelId="{71AEE9B1-70DB-4BFD-B900-BEAA433275BB}">
      <dsp:nvSpPr>
        <dsp:cNvPr id="0" name=""/>
        <dsp:cNvSpPr/>
      </dsp:nvSpPr>
      <dsp:spPr>
        <a:xfrm>
          <a:off x="0" y="4326851"/>
          <a:ext cx="6172412" cy="83786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37F015-280D-4372-A878-1B9DBB8D5AD5}">
      <dsp:nvSpPr>
        <dsp:cNvPr id="0" name=""/>
        <dsp:cNvSpPr/>
      </dsp:nvSpPr>
      <dsp:spPr>
        <a:xfrm>
          <a:off x="253455" y="4515371"/>
          <a:ext cx="461277" cy="46082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E56075F-6D60-4B93-9F4A-FA5355DFAC7C}">
      <dsp:nvSpPr>
        <dsp:cNvPr id="0" name=""/>
        <dsp:cNvSpPr/>
      </dsp:nvSpPr>
      <dsp:spPr>
        <a:xfrm>
          <a:off x="968187" y="4326851"/>
          <a:ext cx="5189313" cy="864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5" tIns="91445" rIns="91445" bIns="9144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Testing:</a:t>
          </a:r>
          <a:r>
            <a:rPr lang="en-US" sz="1400" b="0" kern="1200" dirty="0"/>
            <a:t> 20,000 interactions from 1,000 independent episodes.</a:t>
          </a:r>
          <a:endParaRPr lang="en-US" sz="1400" kern="1200" dirty="0"/>
        </a:p>
      </dsp:txBody>
      <dsp:txXfrm>
        <a:off x="968187" y="4326851"/>
        <a:ext cx="5189313" cy="864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8ABEE-24BE-4080-97DB-867334195BE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EE29F-75E6-4EE0-BBDA-8031EEA52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EE29F-75E6-4EE0-BBDA-8031EEA524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18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53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90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3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0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9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18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4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38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69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67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85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5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0" r:id="rId6"/>
    <p:sldLayoutId id="2147483716" r:id="rId7"/>
    <p:sldLayoutId id="2147483717" r:id="rId8"/>
    <p:sldLayoutId id="2147483718" r:id="rId9"/>
    <p:sldLayoutId id="2147483719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25BC23-E0DD-4037-B2B8-7B6FA6454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9EE120-2D35-4A48-BAAE-238F986A1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D23240-8D82-8313-ED57-173E48D59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34" r="-2" b="-2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52F9EAC-0C70-441C-AC78-65174C28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740090"/>
            <a:ext cx="7765922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43A7D-A148-4DC4-9AAA-94879F329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101" y="2146851"/>
            <a:ext cx="6666980" cy="2351407"/>
          </a:xfrm>
        </p:spPr>
        <p:txBody>
          <a:bodyPr anchor="ctr">
            <a:normAutofit/>
          </a:bodyPr>
          <a:lstStyle/>
          <a:p>
            <a:pPr algn="ctr">
              <a:lnSpc>
                <a:spcPct val="115000"/>
              </a:lnSpc>
            </a:pP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Lightweight Reinforcement Learning for Personalized Adaptive Learning Systems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4F648-E000-2A02-371E-D4B3B5B87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2101" y="4612126"/>
            <a:ext cx="6666980" cy="1278928"/>
          </a:xfrm>
        </p:spPr>
        <p:txBody>
          <a:bodyPr anchor="t"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Advance AI – Assignment Presentation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Humaima Anwar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FA25-RAI-011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8F6B8-EF56-4340-982E-F4D6F5DC2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7538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96C40-FEA6-4867-853D-CF37DE3B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7C5E2-274E-49A3-A8E0-46A5B8CAC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CF8D2C-9E01-48EC-8DDF-8A1FF60A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7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6E0362-3EBE-2F12-5B8F-E7AEBAEE5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Adaptive Learning Systems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DAB05F-34C9-7097-3323-FECE190C4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010249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930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363234-E0BA-4476-B051-D8D9FA506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70646"/>
            <a:ext cx="4062884" cy="57213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87917-1899-8A28-B84A-D4CC60CE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1200863"/>
            <a:ext cx="3119717" cy="4306007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Related Work: Key Studies in RL for Education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6572"/>
            <a:ext cx="4056987" cy="51328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20996" y="534650"/>
            <a:ext cx="8071002" cy="568327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FA286C7-EFC7-4DFE-967A-7E37BA0F3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92001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C9F0E8-EF8B-43C1-9C77-E9DDAF1A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59990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DC473-98F8-45DF-B136-EC0F0F4C6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0C6904D5-CF25-2413-A3A4-F6F8C94406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345617"/>
              </p:ext>
            </p:extLst>
          </p:nvPr>
        </p:nvGraphicFramePr>
        <p:xfrm>
          <a:off x="4757929" y="1164597"/>
          <a:ext cx="6790606" cy="4378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89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AA7F5-D973-F0BE-D92F-B4B4C21B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500" dirty="0">
                <a:solidFill>
                  <a:schemeClr val="tx1"/>
                </a:solidFill>
              </a:rPr>
              <a:t>Gap Between Research and Practical Deployment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2F396C63-6FA4-7BEA-639B-1AD45A806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786247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4462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B1CCE3-FB1D-471C-9AFE-D20E81E64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80631-3866-E1BC-84B2-258A7838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622" y="1113327"/>
            <a:ext cx="4862811" cy="2019488"/>
          </a:xfrm>
        </p:spPr>
        <p:txBody>
          <a:bodyPr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500" dirty="0">
                <a:solidFill>
                  <a:schemeClr val="bg1"/>
                </a:solidFill>
              </a:rPr>
              <a:t>Proposed Solution: Lightweight Adaptive Tutor (LAT) Framework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0F38E87-6AF8-4488-B608-9FA2F57B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C3B76D-CC6E-42D0-8666-2A2164AB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355896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2BA9D6C-8214-4E25-AF8B-48762AD8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9" y="3419903"/>
            <a:ext cx="5789163" cy="343809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BE9B8BD-472F-4F54-AC9D-101EE349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71A14F-64B0-4CCE-900E-695C55EFF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25689"/>
            <a:ext cx="679399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4A787-99FA-E9A5-5985-A7D85A4B6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723" y="3549743"/>
            <a:ext cx="5117253" cy="3002975"/>
          </a:xfrm>
        </p:spPr>
        <p:txBody>
          <a:bodyPr anchor="t">
            <a:noAutofit/>
          </a:bodyPr>
          <a:lstStyle/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b="0" dirty="0"/>
              <a:t>Uses </a:t>
            </a:r>
            <a:r>
              <a:rPr lang="en-US" sz="1200" dirty="0"/>
              <a:t>tabular Q-learning</a:t>
            </a:r>
            <a:r>
              <a:rPr lang="en-US" sz="1200" b="0" dirty="0"/>
              <a:t> – simple, interpretable, and convergent.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State Space:</a:t>
            </a:r>
            <a:r>
              <a:rPr lang="en-US" sz="1200" b="0" dirty="0"/>
              <a:t> 70 discrete states (Knowledge × Consecutive Performance).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Action Space:</a:t>
            </a:r>
            <a:r>
              <a:rPr lang="en-US" sz="1200" b="0" dirty="0"/>
              <a:t> Easy, Medium, Hard questions.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Reward Function:</a:t>
            </a:r>
            <a:r>
              <a:rPr lang="en-US" sz="1200" b="0" dirty="0"/>
              <a:t> Encourages correct answers on harder material. Incorrect answers give a lower or negative reward.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Novelty:</a:t>
            </a:r>
            <a:r>
              <a:rPr lang="en-US" sz="1200" b="0" dirty="0"/>
              <a:t> Lightweight, model-free, directly comparable to rule-based baselines (Fixed Schedule, Performance-Threshold).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DBC76A-295F-4635-A28D-ADA24F38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CD1B8-687A-06FF-EC38-4B82428ED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492" y="1777817"/>
            <a:ext cx="4816952" cy="31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12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4B80-7475-2A74-C23F-5823B9D4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705113"/>
            <a:ext cx="3686181" cy="5197498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Data &amp; Simulation Environment: Synthetic Data via Student Knowledge Simulator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FB73D0C-DEE9-E187-2DC9-B8A138A38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25392"/>
              </p:ext>
            </p:extLst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161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17E0B-E338-AAAB-036C-F6D552D5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1"/>
            <a:ext cx="3611029" cy="977916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Results</a:t>
            </a:r>
            <a:br>
              <a:rPr lang="en-US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CE35-1AB4-CB48-291C-34800484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158845"/>
            <a:ext cx="3616073" cy="3615749"/>
          </a:xfrm>
        </p:spPr>
        <p:txBody>
          <a:bodyPr anchor="ctr">
            <a:noAutofit/>
          </a:bodyPr>
          <a:lstStyle/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RL Agent outperformed baselines</a:t>
            </a:r>
            <a:r>
              <a:rPr lang="en-US" sz="1300" b="0" dirty="0"/>
              <a:t> in:</a:t>
            </a:r>
          </a:p>
          <a:p>
            <a:pPr marL="171450" lvl="3" indent="-171450" algn="just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300" dirty="0"/>
              <a:t>Knowledge Gain (+4.76% over PT)</a:t>
            </a:r>
          </a:p>
          <a:p>
            <a:pPr marL="171450" lvl="3" indent="-171450" algn="just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300" dirty="0"/>
              <a:t>Success Rate (+7.52% over PT)</a:t>
            </a:r>
          </a:p>
          <a:p>
            <a:pPr marL="171450" lvl="3" indent="-171450" algn="just">
              <a:lnSpc>
                <a:spcPct val="130000"/>
              </a:lnSpc>
              <a:buFont typeface="Courier New" panose="02070309020205020404" pitchFamily="49" charset="0"/>
              <a:buChar char="o"/>
            </a:pPr>
            <a:r>
              <a:rPr lang="en-US" sz="1300" dirty="0"/>
              <a:t>Total Reward (significant over FS)</a:t>
            </a:r>
          </a:p>
          <a:p>
            <a:pPr marL="171450" indent="-1714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Interpretable Policy:</a:t>
            </a:r>
            <a:r>
              <a:rPr lang="en-US" sz="1300" b="0" dirty="0"/>
              <a:t> Easy questions for novices, medium for intermediates, hard after successes, easy after failures.</a:t>
            </a:r>
          </a:p>
          <a:p>
            <a:pPr>
              <a:lnSpc>
                <a:spcPct val="130000"/>
              </a:lnSpc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CAFE8-2209-E2E2-ED7D-AECB62E87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964" y="1131378"/>
            <a:ext cx="6352885" cy="449466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18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0C0FE184-188B-639C-7A76-E4B896C9D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646" y="1750192"/>
            <a:ext cx="3328786" cy="33287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0475D-1A90-7308-52AE-34ABE2FA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DBDFC-E42F-34B1-8AB6-D967F6670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857" y="2268656"/>
            <a:ext cx="6627226" cy="3505938"/>
          </a:xfrm>
        </p:spPr>
        <p:txBody>
          <a:bodyPr anchor="t"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0" dirty="0"/>
              <a:t>A simple Q-learning agent outperformed rule-based methods in a simulated tutoring system, achieving better knowledge gains and success rates. This confirms that lightweight, interpretable RL is practical for scalable adaptive learning.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Future Work</a:t>
            </a:r>
            <a:endParaRPr lang="en-US" sz="1400" b="0" dirty="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Test with real students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Add more student states (e.g., engagement)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Improve rewards for long-term learning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dirty="0"/>
              <a:t>Scale to classrooms and other subjects</a:t>
            </a:r>
          </a:p>
          <a:p>
            <a:pPr>
              <a:lnSpc>
                <a:spcPct val="130000"/>
              </a:lnSpc>
            </a:pP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35900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226788665BCB4783E3F36EEA743D51" ma:contentTypeVersion="8" ma:contentTypeDescription="Create a new document." ma:contentTypeScope="" ma:versionID="965f0f3d672c0303f6ca1aa48be55771">
  <xsd:schema xmlns:xsd="http://www.w3.org/2001/XMLSchema" xmlns:xs="http://www.w3.org/2001/XMLSchema" xmlns:p="http://schemas.microsoft.com/office/2006/metadata/properties" xmlns:ns3="48ce9ba2-b749-4e87-a363-49259eab1169" targetNamespace="http://schemas.microsoft.com/office/2006/metadata/properties" ma:root="true" ma:fieldsID="fa5a298a4cacf064f0fd0524e32030b6" ns3:_="">
    <xsd:import namespace="48ce9ba2-b749-4e87-a363-49259eab11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ce9ba2-b749-4e87-a363-49259eab11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C5E86A3-6B7F-49EA-8701-E9CB4F879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ce9ba2-b749-4e87-a363-49259eab11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C98FB2-1A70-4AB8-B24D-40E6D98E1B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F8B6C7-DFC9-437F-8169-A84B4D00D584}">
  <ds:schemaRefs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48ce9ba2-b749-4e87-a363-49259eab1169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482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Meiryo</vt:lpstr>
      <vt:lpstr>Aptos</vt:lpstr>
      <vt:lpstr>Arial</vt:lpstr>
      <vt:lpstr>Corbel</vt:lpstr>
      <vt:lpstr>Courier New</vt:lpstr>
      <vt:lpstr>ShojiVTI</vt:lpstr>
      <vt:lpstr> Lightweight Reinforcement Learning for Personalized Adaptive Learning Systems </vt:lpstr>
      <vt:lpstr>Adaptive Learning Systems</vt:lpstr>
      <vt:lpstr>Related Work: Key Studies in RL for Education</vt:lpstr>
      <vt:lpstr>Gap Between Research and Practical Deployment</vt:lpstr>
      <vt:lpstr>Proposed Solution: Lightweight Adaptive Tutor (LAT) Framework</vt:lpstr>
      <vt:lpstr>Data &amp; Simulation Environment: Synthetic Data via Student Knowledge Simulator</vt:lpstr>
      <vt:lpstr> Results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(FA25-RAI-011) HUMAIMA ANWAR</dc:creator>
  <cp:lastModifiedBy>(FA25-RAI-011) HUMAIMA ANWAR</cp:lastModifiedBy>
  <cp:revision>3</cp:revision>
  <dcterms:created xsi:type="dcterms:W3CDTF">2025-12-11T08:36:34Z</dcterms:created>
  <dcterms:modified xsi:type="dcterms:W3CDTF">2025-12-12T14:34:04Z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0x010100BA226788665BCB4783E3F36EEA743D51</vt:lpwstr>
  </property>
</Properties>
</file>